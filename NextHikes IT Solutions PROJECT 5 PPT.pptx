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4EE4D7-7593-425C-8E1D-9A12D0F4E33C}" v="10" dt="2026-04-22T22:30:19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imran Kaur" userId="58dbff49448ddf67" providerId="LiveId" clId="{A28D524C-C705-4B20-9657-6508AF49817D}"/>
    <pc:docChg chg="custSel addSld modSld">
      <pc:chgData name="Harsimran Kaur" userId="58dbff49448ddf67" providerId="LiveId" clId="{A28D524C-C705-4B20-9657-6508AF49817D}" dt="2026-04-22T22:31:03.822" v="245" actId="680"/>
      <pc:docMkLst>
        <pc:docMk/>
      </pc:docMkLst>
      <pc:sldChg chg="addSp delSp modSp new mod">
        <pc:chgData name="Harsimran Kaur" userId="58dbff49448ddf67" providerId="LiveId" clId="{A28D524C-C705-4B20-9657-6508AF49817D}" dt="2026-04-22T20:43:51.841" v="66" actId="2711"/>
        <pc:sldMkLst>
          <pc:docMk/>
          <pc:sldMk cId="3564810504" sldId="265"/>
        </pc:sldMkLst>
        <pc:spChg chg="mod">
          <ac:chgData name="Harsimran Kaur" userId="58dbff49448ddf67" providerId="LiveId" clId="{A28D524C-C705-4B20-9657-6508AF49817D}" dt="2026-04-22T20:43:20.015" v="8" actId="2711"/>
          <ac:spMkLst>
            <pc:docMk/>
            <pc:sldMk cId="3564810504" sldId="265"/>
            <ac:spMk id="2" creationId="{E546B7CA-6F8D-C644-64DB-45C4F1AC66E6}"/>
          </ac:spMkLst>
        </pc:spChg>
        <pc:spChg chg="del">
          <ac:chgData name="Harsimran Kaur" userId="58dbff49448ddf67" providerId="LiveId" clId="{A28D524C-C705-4B20-9657-6508AF49817D}" dt="2026-04-22T20:37:06.148" v="1"/>
          <ac:spMkLst>
            <pc:docMk/>
            <pc:sldMk cId="3564810504" sldId="265"/>
            <ac:spMk id="3" creationId="{55F77AD3-9B75-E110-E61F-FB17CE89F6B9}"/>
          </ac:spMkLst>
        </pc:spChg>
        <pc:spChg chg="add del mod">
          <ac:chgData name="Harsimran Kaur" userId="58dbff49448ddf67" providerId="LiveId" clId="{A28D524C-C705-4B20-9657-6508AF49817D}" dt="2026-04-22T20:42:45.268" v="3" actId="22"/>
          <ac:spMkLst>
            <pc:docMk/>
            <pc:sldMk cId="3564810504" sldId="265"/>
            <ac:spMk id="6" creationId="{39D1CDF3-985E-D236-E4C0-F83AFDACDEFC}"/>
          </ac:spMkLst>
        </pc:spChg>
        <pc:spChg chg="add mod">
          <ac:chgData name="Harsimran Kaur" userId="58dbff49448ddf67" providerId="LiveId" clId="{A28D524C-C705-4B20-9657-6508AF49817D}" dt="2026-04-22T20:43:51.841" v="66" actId="2711"/>
          <ac:spMkLst>
            <pc:docMk/>
            <pc:sldMk cId="3564810504" sldId="265"/>
            <ac:spMk id="10" creationId="{340EE343-685A-A890-FA8F-BB88A2703C9C}"/>
          </ac:spMkLst>
        </pc:spChg>
        <pc:picChg chg="add del mod">
          <ac:chgData name="Harsimran Kaur" userId="58dbff49448ddf67" providerId="LiveId" clId="{A28D524C-C705-4B20-9657-6508AF49817D}" dt="2026-04-22T20:37:12.010" v="2" actId="478"/>
          <ac:picMkLst>
            <pc:docMk/>
            <pc:sldMk cId="3564810504" sldId="265"/>
            <ac:picMk id="4" creationId="{F71211C8-09CA-F253-D7B7-70FFD87E6E6B}"/>
          </ac:picMkLst>
        </pc:picChg>
        <pc:picChg chg="add mod ord">
          <ac:chgData name="Harsimran Kaur" userId="58dbff49448ddf67" providerId="LiveId" clId="{A28D524C-C705-4B20-9657-6508AF49817D}" dt="2026-04-22T20:42:48.618" v="4" actId="1076"/>
          <ac:picMkLst>
            <pc:docMk/>
            <pc:sldMk cId="3564810504" sldId="265"/>
            <ac:picMk id="8" creationId="{C62FEAB3-BB58-3CC7-0C6F-2DE7DACB1FE4}"/>
          </ac:picMkLst>
        </pc:picChg>
      </pc:sldChg>
      <pc:sldChg chg="addSp delSp modSp new mod">
        <pc:chgData name="Harsimran Kaur" userId="58dbff49448ddf67" providerId="LiveId" clId="{A28D524C-C705-4B20-9657-6508AF49817D}" dt="2026-04-22T21:12:39.833" v="138" actId="2711"/>
        <pc:sldMkLst>
          <pc:docMk/>
          <pc:sldMk cId="1257844208" sldId="266"/>
        </pc:sldMkLst>
        <pc:spChg chg="mod">
          <ac:chgData name="Harsimran Kaur" userId="58dbff49448ddf67" providerId="LiveId" clId="{A28D524C-C705-4B20-9657-6508AF49817D}" dt="2026-04-22T21:11:59.643" v="72" actId="2711"/>
          <ac:spMkLst>
            <pc:docMk/>
            <pc:sldMk cId="1257844208" sldId="266"/>
            <ac:spMk id="2" creationId="{D42C4664-070F-5051-D1AA-ECF045D3D114}"/>
          </ac:spMkLst>
        </pc:spChg>
        <pc:spChg chg="del">
          <ac:chgData name="Harsimran Kaur" userId="58dbff49448ddf67" providerId="LiveId" clId="{A28D524C-C705-4B20-9657-6508AF49817D}" dt="2026-04-22T21:03:07.362" v="68"/>
          <ac:spMkLst>
            <pc:docMk/>
            <pc:sldMk cId="1257844208" sldId="266"/>
            <ac:spMk id="3" creationId="{F311D1EF-29EE-DF4E-0972-8BABF7831FC3}"/>
          </ac:spMkLst>
        </pc:spChg>
        <pc:spChg chg="add mod">
          <ac:chgData name="Harsimran Kaur" userId="58dbff49448ddf67" providerId="LiveId" clId="{A28D524C-C705-4B20-9657-6508AF49817D}" dt="2026-04-22T21:12:39.833" v="138" actId="2711"/>
          <ac:spMkLst>
            <pc:docMk/>
            <pc:sldMk cId="1257844208" sldId="266"/>
            <ac:spMk id="5" creationId="{1578E959-F659-7351-4D59-6633DE917661}"/>
          </ac:spMkLst>
        </pc:spChg>
        <pc:picChg chg="add mod">
          <ac:chgData name="Harsimran Kaur" userId="58dbff49448ddf67" providerId="LiveId" clId="{A28D524C-C705-4B20-9657-6508AF49817D}" dt="2026-04-22T21:12:05.033" v="73" actId="1076"/>
          <ac:picMkLst>
            <pc:docMk/>
            <pc:sldMk cId="1257844208" sldId="266"/>
            <ac:picMk id="4098" creationId="{E4D30EA7-2654-74A1-921B-43FCFD0D1866}"/>
          </ac:picMkLst>
        </pc:picChg>
      </pc:sldChg>
      <pc:sldChg chg="addSp delSp modSp new mod">
        <pc:chgData name="Harsimran Kaur" userId="58dbff49448ddf67" providerId="LiveId" clId="{A28D524C-C705-4B20-9657-6508AF49817D}" dt="2026-04-22T21:22:15.253" v="206" actId="1076"/>
        <pc:sldMkLst>
          <pc:docMk/>
          <pc:sldMk cId="840483314" sldId="267"/>
        </pc:sldMkLst>
        <pc:spChg chg="mod">
          <ac:chgData name="Harsimran Kaur" userId="58dbff49448ddf67" providerId="LiveId" clId="{A28D524C-C705-4B20-9657-6508AF49817D}" dt="2026-04-22T21:21:25.402" v="145" actId="2711"/>
          <ac:spMkLst>
            <pc:docMk/>
            <pc:sldMk cId="840483314" sldId="267"/>
            <ac:spMk id="2" creationId="{A78D7A25-2F97-0500-4CF4-CC400DF4AB47}"/>
          </ac:spMkLst>
        </pc:spChg>
        <pc:spChg chg="del">
          <ac:chgData name="Harsimran Kaur" userId="58dbff49448ddf67" providerId="LiveId" clId="{A28D524C-C705-4B20-9657-6508AF49817D}" dt="2026-04-22T21:20:19.893" v="140" actId="22"/>
          <ac:spMkLst>
            <pc:docMk/>
            <pc:sldMk cId="840483314" sldId="267"/>
            <ac:spMk id="3" creationId="{C8F68391-6332-9003-240A-9D71E49631AA}"/>
          </ac:spMkLst>
        </pc:spChg>
        <pc:spChg chg="add mod">
          <ac:chgData name="Harsimran Kaur" userId="58dbff49448ddf67" providerId="LiveId" clId="{A28D524C-C705-4B20-9657-6508AF49817D}" dt="2026-04-22T21:22:01.990" v="205" actId="2711"/>
          <ac:spMkLst>
            <pc:docMk/>
            <pc:sldMk cId="840483314" sldId="267"/>
            <ac:spMk id="7" creationId="{EA3B3A03-7461-AC24-FD65-E3F031B1E30E}"/>
          </ac:spMkLst>
        </pc:spChg>
        <pc:picChg chg="add mod ord">
          <ac:chgData name="Harsimran Kaur" userId="58dbff49448ddf67" providerId="LiveId" clId="{A28D524C-C705-4B20-9657-6508AF49817D}" dt="2026-04-22T21:22:15.253" v="206" actId="1076"/>
          <ac:picMkLst>
            <pc:docMk/>
            <pc:sldMk cId="840483314" sldId="267"/>
            <ac:picMk id="5" creationId="{EAF8F75F-DCDB-AEEA-CEBB-E86F05DA8D5B}"/>
          </ac:picMkLst>
        </pc:picChg>
      </pc:sldChg>
      <pc:sldChg chg="modSp new mod">
        <pc:chgData name="Harsimran Kaur" userId="58dbff49448ddf67" providerId="LiveId" clId="{A28D524C-C705-4B20-9657-6508AF49817D}" dt="2026-04-22T21:27:06.792" v="226" actId="2711"/>
        <pc:sldMkLst>
          <pc:docMk/>
          <pc:sldMk cId="2317397518" sldId="268"/>
        </pc:sldMkLst>
        <pc:spChg chg="mod">
          <ac:chgData name="Harsimran Kaur" userId="58dbff49448ddf67" providerId="LiveId" clId="{A28D524C-C705-4B20-9657-6508AF49817D}" dt="2026-04-22T21:26:24.295" v="211" actId="113"/>
          <ac:spMkLst>
            <pc:docMk/>
            <pc:sldMk cId="2317397518" sldId="268"/>
            <ac:spMk id="2" creationId="{A614A18C-9B64-99B6-C829-E81E987AC7DA}"/>
          </ac:spMkLst>
        </pc:spChg>
        <pc:spChg chg="mod">
          <ac:chgData name="Harsimran Kaur" userId="58dbff49448ddf67" providerId="LiveId" clId="{A28D524C-C705-4B20-9657-6508AF49817D}" dt="2026-04-22T21:27:06.792" v="226" actId="2711"/>
          <ac:spMkLst>
            <pc:docMk/>
            <pc:sldMk cId="2317397518" sldId="268"/>
            <ac:spMk id="3" creationId="{5DEFCAC9-FDAB-4443-96CA-4068E752234F}"/>
          </ac:spMkLst>
        </pc:spChg>
      </pc:sldChg>
      <pc:sldChg chg="modSp new mod">
        <pc:chgData name="Harsimran Kaur" userId="58dbff49448ddf67" providerId="LiveId" clId="{A28D524C-C705-4B20-9657-6508AF49817D}" dt="2026-04-22T22:30:48.098" v="244" actId="2711"/>
        <pc:sldMkLst>
          <pc:docMk/>
          <pc:sldMk cId="3062720317" sldId="269"/>
        </pc:sldMkLst>
        <pc:spChg chg="mod">
          <ac:chgData name="Harsimran Kaur" userId="58dbff49448ddf67" providerId="LiveId" clId="{A28D524C-C705-4B20-9657-6508AF49817D}" dt="2026-04-22T22:29:59.512" v="231" actId="2711"/>
          <ac:spMkLst>
            <pc:docMk/>
            <pc:sldMk cId="3062720317" sldId="269"/>
            <ac:spMk id="2" creationId="{ADE621B0-AD86-7426-3CC0-AFFB9857A6A9}"/>
          </ac:spMkLst>
        </pc:spChg>
        <pc:spChg chg="mod">
          <ac:chgData name="Harsimran Kaur" userId="58dbff49448ddf67" providerId="LiveId" clId="{A28D524C-C705-4B20-9657-6508AF49817D}" dt="2026-04-22T22:30:48.098" v="244" actId="2711"/>
          <ac:spMkLst>
            <pc:docMk/>
            <pc:sldMk cId="3062720317" sldId="269"/>
            <ac:spMk id="3" creationId="{C84A1B4F-99A1-7EB1-D49A-12594DF3BD68}"/>
          </ac:spMkLst>
        </pc:spChg>
      </pc:sldChg>
      <pc:sldChg chg="new">
        <pc:chgData name="Harsimran Kaur" userId="58dbff49448ddf67" providerId="LiveId" clId="{A28D524C-C705-4B20-9657-6508AF49817D}" dt="2026-04-22T22:31:03.822" v="245" actId="680"/>
        <pc:sldMkLst>
          <pc:docMk/>
          <pc:sldMk cId="125273061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9511-0597-8AA3-BB93-978508FB8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EDCEA-F22A-52B9-042A-671A9D7E9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7DC8C-A4F9-50B4-B657-18FC4639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E3BE0-C334-507D-0A6B-187AC724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B48F-AA1D-F9A2-9D67-4E73F287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6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55CE-635C-5F47-AB81-54113AD3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B921-999A-F0DB-EE78-8845FC473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CBD2D-D8D6-2144-443B-1B5359AF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32C98-2FBE-6F3C-686F-51343B46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21B36-BFD3-DDAA-4F41-4D090D29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8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C77F-63EE-8F5D-543E-6EE9E61E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0DE20-3274-79F4-63BD-FB7624995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C4ED-8B5B-98D8-8E33-32982A7A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296F1-7AC7-6D3C-45E0-EAA2AC6E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3D7A-30B0-82FC-BE60-5DE78536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3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96EF-F85B-B774-BC2C-B8DA493E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D4B8E-B6B8-1E4C-58A2-F0B1D8BC2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E232E-A354-5126-C4EE-E53C08C01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4BD89-DEBE-DB22-F750-9EEEF804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467A4-31F9-F7AA-790F-2C63EAA4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0E40A-03D2-EF24-F9B5-E2E7FA05D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96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B174-E330-522F-E36E-3F126CCC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79E54-3CB1-3298-4C85-1097E3D07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D9020-62BE-F0C2-57BE-E78BD991D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CEF4C-CC8A-BC60-1EAE-D3898D892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D76F1-8CC6-CD65-820D-7B1F1A1F7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C0FED-2A44-0077-6FCC-492E077B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2927D-7DE1-F09B-6209-17FEA996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E00B8-B1D3-DD55-74F6-A6322F42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00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8589-32E6-E480-9EAC-BC1F9902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26094-93D2-FF00-B510-C720450D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3C4F8-02D7-0063-8E4B-6835291A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820C0-B5A9-1816-5C83-AE9FF830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6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EC26A-3303-C785-4ADE-C23493B0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48DF6F-C1F6-0278-B713-29D5FA9DA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F1361-3877-C3D0-0E49-B7A38F94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21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1891-2877-CF90-C692-3EF4110D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EEE3-4C6D-8031-7BB8-C9800AF19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F2700-B720-02EC-2B3F-96B9A6FDC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47E8D-C017-2C52-79AB-35333DCA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92488-8C19-6626-CE53-8B578E6DD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117F0-EBE8-9A68-2C62-2CE2E4B1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5613-4916-12ED-B496-9E6AD40B1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60F36-1507-F104-4A0A-82C8077B8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8AC45-E89B-312E-1784-F8B7EB778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05796-F87F-80BD-82E8-0F580BE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5B29A-CDC7-2C42-1033-57EBFF31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B5C49-600A-4906-BE04-31821F1A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95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27C6-AECC-A4CD-71E2-262C8AC2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77AD0-9026-5DE3-90DF-0B7BBDD7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A737-F1CA-2625-8568-1FD788C9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8C03-B326-792B-ECA3-9431F6D34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E65D-BEC8-A8DC-1E07-84654D2A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3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6F432-D2EE-B031-D992-A713F6E27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A71F5-1B84-4F6F-CDC3-D287EE68C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6697B-40D7-6161-A11A-24E1D49C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041A4-0DD1-5DCC-08A8-8263946F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8ED4-7690-179A-5416-12B9DCC26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5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7BDCF-65FC-6D41-D44E-3046DD39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1320E-FF39-22D0-F1C5-7918A0E98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82DC7-CAAE-7D35-E043-371DD9840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7300B-2921-47F1-98E4-BDFAE6293562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46B2-67F5-8492-3F2E-BBF2044A5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83F36-0A25-61BC-36E6-D468806FC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28913-7988-4AEC-B3C4-112E34CCD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84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EDB5-52F5-AD10-C360-30B7562AAA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NextHikes IT Solutions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CC949-836F-0B1B-92E2-5816BC55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1263"/>
            <a:ext cx="9144000" cy="1655762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 User Analytics Project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Harsimran Kaur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9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C450-D4E2-8957-6B62-2C11DEBF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</a:t>
            </a:r>
            <a:endParaRPr lang="en-IN" b="1" dirty="0">
              <a:solidFill>
                <a:srgbClr val="C0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7DA1-790E-FDFC-ED93-5E0F50F0B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 companies generate huge amounts of customer usage data daily.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analyzes telecom customer behavior, engagement, network experience, and satisfaction using data analytics and machine learning techniques.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Understand customer usage patterns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Measure engagement levels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customer experience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Predict satisfaction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 acquisition decision 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09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774D-81A3-A2EB-C7BB-B6BA27FB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6"/>
            <a:ext cx="10515600" cy="981892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32EE6-F613-0BBF-1C2E-CCC2D87E1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19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 companies generate massive customer data daily.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Challenges: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Understanding usage behavior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Measuring customer satisfaction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Detecting low-value users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Improving network experience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Making data-driven decisions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customer behavior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Measure engagement levels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Segment customers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Predict satisfaction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 business growth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44A73-A4BC-D45F-9F21-E19ABCC14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59" y="2487562"/>
            <a:ext cx="6528618" cy="324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7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7387-DD58-14B2-F07B-A11A4D50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CB56-5519-772A-22E3-4313E03F2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telecom dataset contains customer usage and service information used for analysis.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Records: 88,245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Columns: 55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Large-scale real telecom dataset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usage, duration, device, and location details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behaviour analysis 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2514544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23D9-BAFE-0AD1-5EE4-5041FCC1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2140E-291C-38ED-312B-406BECA24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analysis, the dataset was cleaned and prepared for accurate results.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were checked and handled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Unnecessary columns were removed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 names were standardized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were corrected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records were verified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features were selected for analysis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82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44B6-A1B9-A68B-03DA-2D50135CD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65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49ED-35E3-B634-A935-84C73CCF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359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was performed to understand telecom customer usage behavior.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Most used applications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identified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Gaming and Other apps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highest usage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YouTube usage is comparatively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lower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digital preferences were 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Insights help in targeted service planning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2DBBC4-3062-1792-FFF6-121BAC90E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21" y="2143432"/>
            <a:ext cx="5619750" cy="316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0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6D56-9FFE-B6BE-700F-BD29E345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User Segmentation using K-Means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1D412-D213-5514-A845-E31EE99B2D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62" y="1920708"/>
            <a:ext cx="5266954" cy="414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CC1869-F9D0-F684-F580-DD05949FD744}"/>
              </a:ext>
            </a:extLst>
          </p:cNvPr>
          <p:cNvSpPr txBox="1"/>
          <p:nvPr/>
        </p:nvSpPr>
        <p:spPr>
          <a:xfrm>
            <a:off x="766910" y="1146591"/>
            <a:ext cx="6096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 was applied to segment telecom users based on behaviour.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Elbow Method used to find optimal cluster value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Best clustering point selected after curve bend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Users divided into meaningful groups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Helped identify different customer types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Useful for personalized business strategies</a:t>
            </a:r>
          </a:p>
        </p:txBody>
      </p:sp>
    </p:spTree>
    <p:extLst>
      <p:ext uri="{BB962C8B-B14F-4D97-AF65-F5344CB8AC3E}">
        <p14:creationId xmlns:p14="http://schemas.microsoft.com/office/powerpoint/2010/main" val="310279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518DD-7B02-4BC1-66E7-F55B2F7C1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Cluster Visualization using PCA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77DA089-ACEF-B323-BB94-E66D796B3C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160" y="2095651"/>
            <a:ext cx="4882906" cy="3575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0E9747-8E48-22E1-BA83-869C1D212DC4}"/>
              </a:ext>
            </a:extLst>
          </p:cNvPr>
          <p:cNvSpPr txBox="1"/>
          <p:nvPr/>
        </p:nvSpPr>
        <p:spPr>
          <a:xfrm>
            <a:off x="776739" y="1667695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 Component Analysis (PCA) was used to visualize high-dimensional telecom data.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reduced into 2 dimensions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understand customer grouping patterns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Similar users appear closer together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Useful for cluster interpretation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segmentation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137582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2628-C584-CC50-1262-80A57330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Engagement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24DDA9-6823-1D0E-CEB7-6469220F4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1877960"/>
            <a:ext cx="6096001" cy="3620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29BA4E-E005-7578-BA4C-FDF9C6C4C8B5}"/>
              </a:ext>
            </a:extLst>
          </p:cNvPr>
          <p:cNvSpPr txBox="1"/>
          <p:nvPr/>
        </p:nvSpPr>
        <p:spPr>
          <a:xfrm>
            <a:off x="462110" y="1648030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engagement was measured 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calculated engagement scores.</a:t>
            </a: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High scores indicate active users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scores indicate less interaction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identify valuable customers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retention strategies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Used in customer segmentation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B7CA-6F8D-C644-64DB-45C4F1AC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Experience Analysis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2FEAB3-BB58-3CC7-0C6F-2DE7DACB1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0832" y="1786296"/>
            <a:ext cx="3639962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0EE343-685A-A890-FA8F-BB88A2703C9C}"/>
              </a:ext>
            </a:extLst>
          </p:cNvPr>
          <p:cNvSpPr txBox="1"/>
          <p:nvPr/>
        </p:nvSpPr>
        <p:spPr>
          <a:xfrm>
            <a:off x="924228" y="1648030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experience was measured using calculated experience scores.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High scores indicate better network/service experience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Low scores may reflect poor service quality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identify problem areas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quality improvement strategies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Strong impact on customer loyalty</a:t>
            </a:r>
          </a:p>
        </p:txBody>
      </p:sp>
    </p:spTree>
    <p:extLst>
      <p:ext uri="{BB962C8B-B14F-4D97-AF65-F5344CB8AC3E}">
        <p14:creationId xmlns:p14="http://schemas.microsoft.com/office/powerpoint/2010/main" val="3564810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4664-070F-5051-D1AA-ECF045D3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Satisfaction Analysis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D30EA7-2654-74A1-921B-43FCFD0D18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3391" y="1690688"/>
            <a:ext cx="6473965" cy="426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8E959-F659-7351-4D59-6633DE917661}"/>
              </a:ext>
            </a:extLst>
          </p:cNvPr>
          <p:cNvSpPr txBox="1"/>
          <p:nvPr/>
        </p:nvSpPr>
        <p:spPr>
          <a:xfrm>
            <a:off x="688252" y="1844677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satisfaction was evaluated using satisfaction scores.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Most users are concentrated in lower score range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Peak values appear near 0.10 – 0.12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Few users show high satisfaction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Indicates need for service improvement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Better experience can increase satisfaction</a:t>
            </a:r>
          </a:p>
        </p:txBody>
      </p:sp>
    </p:spTree>
    <p:extLst>
      <p:ext uri="{BB962C8B-B14F-4D97-AF65-F5344CB8AC3E}">
        <p14:creationId xmlns:p14="http://schemas.microsoft.com/office/powerpoint/2010/main" val="125784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7A25-2F97-0500-4CF4-CC400DF4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SQL Database Integration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8F75F-DCDB-AEEA-CEBB-E86F05DA8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0629" y="1690688"/>
            <a:ext cx="2089889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3B3A03-7461-AC24-FD65-E3F031B1E30E}"/>
              </a:ext>
            </a:extLst>
          </p:cNvPr>
          <p:cNvSpPr txBox="1"/>
          <p:nvPr/>
        </p:nvSpPr>
        <p:spPr>
          <a:xfrm>
            <a:off x="973391" y="1963512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Processed telecom data was stored in SQL Server.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Database: telecom_project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Table: telecom_scores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Stores final calculated scores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Easy querying and reporting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840483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A18C-9B64-99B6-C829-E81E987A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FCAC9-FDAB-4443-96CA-4068E752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analysis, telecom companies should: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service quality for low satisfaction users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personalized plans to increase engagement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network issues in weak locations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retention strategies for valuable users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analytics dashboards for regular monitoring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customer support response time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9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21B0-AD86-7426-3CC0-AFFB9857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A1B4F-99A1-7EB1-D49A-12594DF3B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can be enhanced further by: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Real-time customer monitoring system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AI-based churn prediction model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Personalized recommendation engine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Live dashboard integration with cloud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Advanced deep learning models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Mobile app for telecom managers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72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D963-6D5F-7E4A-F1EE-81F88CC8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C235E-8FE1-450C-7A5A-90C81F47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7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609</Words>
  <Application>Microsoft Office PowerPoint</Application>
  <PresentationFormat>Widescreen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Office Theme</vt:lpstr>
      <vt:lpstr>NextHikes IT Solutions </vt:lpstr>
      <vt:lpstr>Introduction</vt:lpstr>
      <vt:lpstr>Problem Statement &amp; Objectives</vt:lpstr>
      <vt:lpstr>Dataset Overview</vt:lpstr>
      <vt:lpstr>Data Preprocessing</vt:lpstr>
      <vt:lpstr>Exploratory Data Analysis</vt:lpstr>
      <vt:lpstr>User Segmentation using K-Means</vt:lpstr>
      <vt:lpstr>Cluster Visualization using PCA</vt:lpstr>
      <vt:lpstr>Engagement Analysis</vt:lpstr>
      <vt:lpstr>Experience Analysis</vt:lpstr>
      <vt:lpstr>Satisfaction Analysis</vt:lpstr>
      <vt:lpstr>SQL Database Integration</vt:lpstr>
      <vt:lpstr>Business Recommendations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Harsimran Kaur</dc:creator>
  <cp:lastModifiedBy>Harsimran Kaur</cp:lastModifiedBy>
  <cp:revision>1</cp:revision>
  <dcterms:created xsi:type="dcterms:W3CDTF">2026-04-22T16:09:50Z</dcterms:created>
  <dcterms:modified xsi:type="dcterms:W3CDTF">2026-04-22T22:31:05Z</dcterms:modified>
</cp:coreProperties>
</file>