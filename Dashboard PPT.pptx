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57E5487-4685-434C-A717-CCF1F35234FE}" v="233" dt="2026-04-20T15:32:47.69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rsimran Kaur" userId="58dbff49448ddf67" providerId="LiveId" clId="{A28D524C-C705-4B20-9657-6508AF49817D}"/>
    <pc:docChg chg="addSld modSld">
      <pc:chgData name="Harsimran Kaur" userId="58dbff49448ddf67" providerId="LiveId" clId="{A28D524C-C705-4B20-9657-6508AF49817D}" dt="2026-04-20T15:32:47.684" v="311" actId="1036"/>
      <pc:docMkLst>
        <pc:docMk/>
      </pc:docMkLst>
      <pc:sldChg chg="addSp delSp modSp new mod">
        <pc:chgData name="Harsimran Kaur" userId="58dbff49448ddf67" providerId="LiveId" clId="{A28D524C-C705-4B20-9657-6508AF49817D}" dt="2026-04-20T14:04:38.725" v="72" actId="1036"/>
        <pc:sldMkLst>
          <pc:docMk/>
          <pc:sldMk cId="498148841" sldId="261"/>
        </pc:sldMkLst>
        <pc:spChg chg="mod">
          <ac:chgData name="Harsimran Kaur" userId="58dbff49448ddf67" providerId="LiveId" clId="{A28D524C-C705-4B20-9657-6508AF49817D}" dt="2026-04-20T14:02:51.132" v="4" actId="113"/>
          <ac:spMkLst>
            <pc:docMk/>
            <pc:sldMk cId="498148841" sldId="261"/>
            <ac:spMk id="2" creationId="{0F1F9EB0-3501-1ABE-2718-1D326AD02E59}"/>
          </ac:spMkLst>
        </pc:spChg>
        <pc:spChg chg="del">
          <ac:chgData name="Harsimran Kaur" userId="58dbff49448ddf67" providerId="LiveId" clId="{A28D524C-C705-4B20-9657-6508AF49817D}" dt="2026-04-20T14:03:07.928" v="5"/>
          <ac:spMkLst>
            <pc:docMk/>
            <pc:sldMk cId="498148841" sldId="261"/>
            <ac:spMk id="3" creationId="{B0ABE240-C915-CB96-F037-FA8D699A8654}"/>
          </ac:spMkLst>
        </pc:spChg>
        <pc:spChg chg="add mod">
          <ac:chgData name="Harsimran Kaur" userId="58dbff49448ddf67" providerId="LiveId" clId="{A28D524C-C705-4B20-9657-6508AF49817D}" dt="2026-04-20T14:03:37.816" v="57" actId="1035"/>
          <ac:spMkLst>
            <pc:docMk/>
            <pc:sldMk cId="498148841" sldId="261"/>
            <ac:spMk id="4" creationId="{533CF3B7-6BCF-91D1-6C3F-FCC899AA8D3F}"/>
          </ac:spMkLst>
        </pc:spChg>
        <pc:picChg chg="add mod">
          <ac:chgData name="Harsimran Kaur" userId="58dbff49448ddf67" providerId="LiveId" clId="{A28D524C-C705-4B20-9657-6508AF49817D}" dt="2026-04-20T14:04:38.725" v="72" actId="1036"/>
          <ac:picMkLst>
            <pc:docMk/>
            <pc:sldMk cId="498148841" sldId="261"/>
            <ac:picMk id="6" creationId="{6ED8E28E-9B04-EA4A-8D6E-446441E8E0BA}"/>
          </ac:picMkLst>
        </pc:picChg>
      </pc:sldChg>
      <pc:sldChg chg="addSp delSp modSp new mod">
        <pc:chgData name="Harsimran Kaur" userId="58dbff49448ddf67" providerId="LiveId" clId="{A28D524C-C705-4B20-9657-6508AF49817D}" dt="2026-04-20T14:26:54.598" v="180" actId="1035"/>
        <pc:sldMkLst>
          <pc:docMk/>
          <pc:sldMk cId="3596400757" sldId="262"/>
        </pc:sldMkLst>
        <pc:spChg chg="mod">
          <ac:chgData name="Harsimran Kaur" userId="58dbff49448ddf67" providerId="LiveId" clId="{A28D524C-C705-4B20-9657-6508AF49817D}" dt="2026-04-20T14:26:43.235" v="154" actId="1035"/>
          <ac:spMkLst>
            <pc:docMk/>
            <pc:sldMk cId="3596400757" sldId="262"/>
            <ac:spMk id="2" creationId="{EBBF688A-1393-F185-E3B1-10C6B6D024FD}"/>
          </ac:spMkLst>
        </pc:spChg>
        <pc:spChg chg="del">
          <ac:chgData name="Harsimran Kaur" userId="58dbff49448ddf67" providerId="LiveId" clId="{A28D524C-C705-4B20-9657-6508AF49817D}" dt="2026-04-20T14:25:15.411" v="78"/>
          <ac:spMkLst>
            <pc:docMk/>
            <pc:sldMk cId="3596400757" sldId="262"/>
            <ac:spMk id="3" creationId="{227E96C9-84DD-60A3-8773-916CC0FF36B0}"/>
          </ac:spMkLst>
        </pc:spChg>
        <pc:spChg chg="add mod">
          <ac:chgData name="Harsimran Kaur" userId="58dbff49448ddf67" providerId="LiveId" clId="{A28D524C-C705-4B20-9657-6508AF49817D}" dt="2026-04-20T14:26:49.022" v="173" actId="1035"/>
          <ac:spMkLst>
            <pc:docMk/>
            <pc:sldMk cId="3596400757" sldId="262"/>
            <ac:spMk id="4" creationId="{08AA88E2-ACC2-1A84-290F-F6CAB98939A4}"/>
          </ac:spMkLst>
        </pc:spChg>
        <pc:picChg chg="add mod">
          <ac:chgData name="Harsimran Kaur" userId="58dbff49448ddf67" providerId="LiveId" clId="{A28D524C-C705-4B20-9657-6508AF49817D}" dt="2026-04-20T14:26:54.598" v="180" actId="1035"/>
          <ac:picMkLst>
            <pc:docMk/>
            <pc:sldMk cId="3596400757" sldId="262"/>
            <ac:picMk id="6" creationId="{B0DD14B8-69B9-87E2-A1B7-4A3214AFF767}"/>
          </ac:picMkLst>
        </pc:picChg>
      </pc:sldChg>
      <pc:sldChg chg="addSp delSp modSp new mod">
        <pc:chgData name="Harsimran Kaur" userId="58dbff49448ddf67" providerId="LiveId" clId="{A28D524C-C705-4B20-9657-6508AF49817D}" dt="2026-04-20T15:30:03.575" v="244" actId="14100"/>
        <pc:sldMkLst>
          <pc:docMk/>
          <pc:sldMk cId="3781982266" sldId="263"/>
        </pc:sldMkLst>
        <pc:spChg chg="mod">
          <ac:chgData name="Harsimran Kaur" userId="58dbff49448ddf67" providerId="LiveId" clId="{A28D524C-C705-4B20-9657-6508AF49817D}" dt="2026-04-20T15:23:32.586" v="188" actId="113"/>
          <ac:spMkLst>
            <pc:docMk/>
            <pc:sldMk cId="3781982266" sldId="263"/>
            <ac:spMk id="2" creationId="{57F204C4-60A6-D2BE-704D-325032595E76}"/>
          </ac:spMkLst>
        </pc:spChg>
        <pc:spChg chg="del">
          <ac:chgData name="Harsimran Kaur" userId="58dbff49448ddf67" providerId="LiveId" clId="{A28D524C-C705-4B20-9657-6508AF49817D}" dt="2026-04-20T15:28:40.386" v="189"/>
          <ac:spMkLst>
            <pc:docMk/>
            <pc:sldMk cId="3781982266" sldId="263"/>
            <ac:spMk id="3" creationId="{4132A1B1-0BF7-03A0-D25F-F7155064A4A0}"/>
          </ac:spMkLst>
        </pc:spChg>
        <pc:spChg chg="add mod">
          <ac:chgData name="Harsimran Kaur" userId="58dbff49448ddf67" providerId="LiveId" clId="{A28D524C-C705-4B20-9657-6508AF49817D}" dt="2026-04-20T15:29:01.666" v="237" actId="255"/>
          <ac:spMkLst>
            <pc:docMk/>
            <pc:sldMk cId="3781982266" sldId="263"/>
            <ac:spMk id="4" creationId="{63EEFC27-851C-40E6-0CE6-AC3E21E485CB}"/>
          </ac:spMkLst>
        </pc:spChg>
        <pc:picChg chg="add mod">
          <ac:chgData name="Harsimran Kaur" userId="58dbff49448ddf67" providerId="LiveId" clId="{A28D524C-C705-4B20-9657-6508AF49817D}" dt="2026-04-20T15:30:03.575" v="244" actId="14100"/>
          <ac:picMkLst>
            <pc:docMk/>
            <pc:sldMk cId="3781982266" sldId="263"/>
            <ac:picMk id="6" creationId="{6427FE20-0BE6-B97B-4FCC-B28062BD5BFE}"/>
          </ac:picMkLst>
        </pc:picChg>
      </pc:sldChg>
      <pc:sldChg chg="addSp delSp modSp new mod">
        <pc:chgData name="Harsimran Kaur" userId="58dbff49448ddf67" providerId="LiveId" clId="{A28D524C-C705-4B20-9657-6508AF49817D}" dt="2026-04-20T15:32:47.684" v="311" actId="1036"/>
        <pc:sldMkLst>
          <pc:docMk/>
          <pc:sldMk cId="2634692695" sldId="264"/>
        </pc:sldMkLst>
        <pc:spChg chg="mod">
          <ac:chgData name="Harsimran Kaur" userId="58dbff49448ddf67" providerId="LiveId" clId="{A28D524C-C705-4B20-9657-6508AF49817D}" dt="2026-04-20T15:31:54.041" v="249" actId="2711"/>
          <ac:spMkLst>
            <pc:docMk/>
            <pc:sldMk cId="2634692695" sldId="264"/>
            <ac:spMk id="2" creationId="{6BA566F1-1471-5359-D7DA-E886C58B42E2}"/>
          </ac:spMkLst>
        </pc:spChg>
        <pc:spChg chg="del">
          <ac:chgData name="Harsimran Kaur" userId="58dbff49448ddf67" providerId="LiveId" clId="{A28D524C-C705-4B20-9657-6508AF49817D}" dt="2026-04-20T15:32:15.861" v="250"/>
          <ac:spMkLst>
            <pc:docMk/>
            <pc:sldMk cId="2634692695" sldId="264"/>
            <ac:spMk id="3" creationId="{F90BA50C-CAF0-8813-15D4-0B19759F32B2}"/>
          </ac:spMkLst>
        </pc:spChg>
        <pc:spChg chg="add mod">
          <ac:chgData name="Harsimran Kaur" userId="58dbff49448ddf67" providerId="LiveId" clId="{A28D524C-C705-4B20-9657-6508AF49817D}" dt="2026-04-20T15:32:47.684" v="311" actId="1036"/>
          <ac:spMkLst>
            <pc:docMk/>
            <pc:sldMk cId="2634692695" sldId="264"/>
            <ac:spMk id="4" creationId="{4EECA4EB-A576-B516-21BB-A62DB0C32D97}"/>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A23FF54-FB4E-43BD-BB5D-BA5156A32C17}" type="datetimeFigureOut">
              <a:rPr lang="en-IN" smtClean="0"/>
              <a:t>20-04-2026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0052092-945A-4DF5-B52F-291D4754269F}" type="slidenum">
              <a:rPr lang="en-IN" smtClean="0"/>
              <a:t>‹#›</a:t>
            </a:fld>
            <a:endParaRPr lang="en-IN"/>
          </a:p>
        </p:txBody>
      </p:sp>
    </p:spTree>
    <p:extLst>
      <p:ext uri="{BB962C8B-B14F-4D97-AF65-F5344CB8AC3E}">
        <p14:creationId xmlns:p14="http://schemas.microsoft.com/office/powerpoint/2010/main" val="19132312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00052092-945A-4DF5-B52F-291D4754269F}" type="slidenum">
              <a:rPr lang="en-IN" smtClean="0"/>
              <a:t>4</a:t>
            </a:fld>
            <a:endParaRPr lang="en-IN"/>
          </a:p>
        </p:txBody>
      </p:sp>
    </p:spTree>
    <p:extLst>
      <p:ext uri="{BB962C8B-B14F-4D97-AF65-F5344CB8AC3E}">
        <p14:creationId xmlns:p14="http://schemas.microsoft.com/office/powerpoint/2010/main" val="379623715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7DF633-BF03-9F7D-1E9D-185AB03B091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36B68D38-54FF-8E21-9094-FF361235583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06817B41-4D98-1C0E-EE6C-25D51E0F32D0}"/>
              </a:ext>
            </a:extLst>
          </p:cNvPr>
          <p:cNvSpPr>
            <a:spLocks noGrp="1"/>
          </p:cNvSpPr>
          <p:nvPr>
            <p:ph type="dt" sz="half" idx="10"/>
          </p:nvPr>
        </p:nvSpPr>
        <p:spPr/>
        <p:txBody>
          <a:bodyPr/>
          <a:lstStyle/>
          <a:p>
            <a:fld id="{2476100D-BAB5-4FD3-A95C-E2D6F5E2A39C}" type="datetimeFigureOut">
              <a:rPr lang="en-IN" smtClean="0"/>
              <a:t>20-04-2026</a:t>
            </a:fld>
            <a:endParaRPr lang="en-IN"/>
          </a:p>
        </p:txBody>
      </p:sp>
      <p:sp>
        <p:nvSpPr>
          <p:cNvPr id="5" name="Footer Placeholder 4">
            <a:extLst>
              <a:ext uri="{FF2B5EF4-FFF2-40B4-BE49-F238E27FC236}">
                <a16:creationId xmlns:a16="http://schemas.microsoft.com/office/drawing/2014/main" id="{C2B35D65-E997-A216-8D7E-237B2D00E8E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15570CF-4DB2-6C4D-3CB1-CB99C30B828D}"/>
              </a:ext>
            </a:extLst>
          </p:cNvPr>
          <p:cNvSpPr>
            <a:spLocks noGrp="1"/>
          </p:cNvSpPr>
          <p:nvPr>
            <p:ph type="sldNum" sz="quarter" idx="12"/>
          </p:nvPr>
        </p:nvSpPr>
        <p:spPr/>
        <p:txBody>
          <a:bodyPr/>
          <a:lstStyle/>
          <a:p>
            <a:fld id="{73FA7E41-01C7-45C7-B76A-45B9715BDB7F}" type="slidenum">
              <a:rPr lang="en-IN" smtClean="0"/>
              <a:t>‹#›</a:t>
            </a:fld>
            <a:endParaRPr lang="en-IN"/>
          </a:p>
        </p:txBody>
      </p:sp>
    </p:spTree>
    <p:extLst>
      <p:ext uri="{BB962C8B-B14F-4D97-AF65-F5344CB8AC3E}">
        <p14:creationId xmlns:p14="http://schemas.microsoft.com/office/powerpoint/2010/main" val="8618162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DC83B2-C10C-7C84-EF91-9A321ED92A7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A4BAA64-0FD8-CCF8-10F5-606B2EC487D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19D3126-FFA5-E124-FE92-DFF2930C3A07}"/>
              </a:ext>
            </a:extLst>
          </p:cNvPr>
          <p:cNvSpPr>
            <a:spLocks noGrp="1"/>
          </p:cNvSpPr>
          <p:nvPr>
            <p:ph type="dt" sz="half" idx="10"/>
          </p:nvPr>
        </p:nvSpPr>
        <p:spPr/>
        <p:txBody>
          <a:bodyPr/>
          <a:lstStyle/>
          <a:p>
            <a:fld id="{2476100D-BAB5-4FD3-A95C-E2D6F5E2A39C}" type="datetimeFigureOut">
              <a:rPr lang="en-IN" smtClean="0"/>
              <a:t>20-04-2026</a:t>
            </a:fld>
            <a:endParaRPr lang="en-IN"/>
          </a:p>
        </p:txBody>
      </p:sp>
      <p:sp>
        <p:nvSpPr>
          <p:cNvPr id="5" name="Footer Placeholder 4">
            <a:extLst>
              <a:ext uri="{FF2B5EF4-FFF2-40B4-BE49-F238E27FC236}">
                <a16:creationId xmlns:a16="http://schemas.microsoft.com/office/drawing/2014/main" id="{DC25C4BF-A09B-65E7-C5A5-BA0791F01DA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CEDA48D-4CB4-DC9B-2D4B-287345D1FA21}"/>
              </a:ext>
            </a:extLst>
          </p:cNvPr>
          <p:cNvSpPr>
            <a:spLocks noGrp="1"/>
          </p:cNvSpPr>
          <p:nvPr>
            <p:ph type="sldNum" sz="quarter" idx="12"/>
          </p:nvPr>
        </p:nvSpPr>
        <p:spPr/>
        <p:txBody>
          <a:bodyPr/>
          <a:lstStyle/>
          <a:p>
            <a:fld id="{73FA7E41-01C7-45C7-B76A-45B9715BDB7F}" type="slidenum">
              <a:rPr lang="en-IN" smtClean="0"/>
              <a:t>‹#›</a:t>
            </a:fld>
            <a:endParaRPr lang="en-IN"/>
          </a:p>
        </p:txBody>
      </p:sp>
    </p:spTree>
    <p:extLst>
      <p:ext uri="{BB962C8B-B14F-4D97-AF65-F5344CB8AC3E}">
        <p14:creationId xmlns:p14="http://schemas.microsoft.com/office/powerpoint/2010/main" val="42265209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AE12FC-2AF0-2A22-D49F-F6ACCC49321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CB427782-A7FD-8560-38BC-F0515C3D647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83B54CC-41E4-800D-432D-74D3137C3114}"/>
              </a:ext>
            </a:extLst>
          </p:cNvPr>
          <p:cNvSpPr>
            <a:spLocks noGrp="1"/>
          </p:cNvSpPr>
          <p:nvPr>
            <p:ph type="dt" sz="half" idx="10"/>
          </p:nvPr>
        </p:nvSpPr>
        <p:spPr/>
        <p:txBody>
          <a:bodyPr/>
          <a:lstStyle/>
          <a:p>
            <a:fld id="{2476100D-BAB5-4FD3-A95C-E2D6F5E2A39C}" type="datetimeFigureOut">
              <a:rPr lang="en-IN" smtClean="0"/>
              <a:t>20-04-2026</a:t>
            </a:fld>
            <a:endParaRPr lang="en-IN"/>
          </a:p>
        </p:txBody>
      </p:sp>
      <p:sp>
        <p:nvSpPr>
          <p:cNvPr id="5" name="Footer Placeholder 4">
            <a:extLst>
              <a:ext uri="{FF2B5EF4-FFF2-40B4-BE49-F238E27FC236}">
                <a16:creationId xmlns:a16="http://schemas.microsoft.com/office/drawing/2014/main" id="{60C8F75C-525A-C295-2F0E-8FF33FE0B1B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E007E63-97B7-35C3-92B3-A0385F9E5263}"/>
              </a:ext>
            </a:extLst>
          </p:cNvPr>
          <p:cNvSpPr>
            <a:spLocks noGrp="1"/>
          </p:cNvSpPr>
          <p:nvPr>
            <p:ph type="sldNum" sz="quarter" idx="12"/>
          </p:nvPr>
        </p:nvSpPr>
        <p:spPr/>
        <p:txBody>
          <a:bodyPr/>
          <a:lstStyle/>
          <a:p>
            <a:fld id="{73FA7E41-01C7-45C7-B76A-45B9715BDB7F}" type="slidenum">
              <a:rPr lang="en-IN" smtClean="0"/>
              <a:t>‹#›</a:t>
            </a:fld>
            <a:endParaRPr lang="en-IN"/>
          </a:p>
        </p:txBody>
      </p:sp>
    </p:spTree>
    <p:extLst>
      <p:ext uri="{BB962C8B-B14F-4D97-AF65-F5344CB8AC3E}">
        <p14:creationId xmlns:p14="http://schemas.microsoft.com/office/powerpoint/2010/main" val="37175012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BD18E3-D0C9-5E6C-987E-BA0B04F5853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1DAB7DA-CADC-1116-CCDE-D41DE464F1B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DC3C9192-AD78-AF40-4C9E-AEF8A021D78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E3ED9324-1EE8-8F4D-5941-C3B19701354E}"/>
              </a:ext>
            </a:extLst>
          </p:cNvPr>
          <p:cNvSpPr>
            <a:spLocks noGrp="1"/>
          </p:cNvSpPr>
          <p:nvPr>
            <p:ph type="dt" sz="half" idx="10"/>
          </p:nvPr>
        </p:nvSpPr>
        <p:spPr/>
        <p:txBody>
          <a:bodyPr/>
          <a:lstStyle/>
          <a:p>
            <a:fld id="{2476100D-BAB5-4FD3-A95C-E2D6F5E2A39C}" type="datetimeFigureOut">
              <a:rPr lang="en-IN" smtClean="0"/>
              <a:t>20-04-2026</a:t>
            </a:fld>
            <a:endParaRPr lang="en-IN"/>
          </a:p>
        </p:txBody>
      </p:sp>
      <p:sp>
        <p:nvSpPr>
          <p:cNvPr id="6" name="Footer Placeholder 5">
            <a:extLst>
              <a:ext uri="{FF2B5EF4-FFF2-40B4-BE49-F238E27FC236}">
                <a16:creationId xmlns:a16="http://schemas.microsoft.com/office/drawing/2014/main" id="{BEBECE04-19AD-DC86-ED71-893C0F44FBB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1D55C10-E763-2CEC-A083-3F40226A3726}"/>
              </a:ext>
            </a:extLst>
          </p:cNvPr>
          <p:cNvSpPr>
            <a:spLocks noGrp="1"/>
          </p:cNvSpPr>
          <p:nvPr>
            <p:ph type="sldNum" sz="quarter" idx="12"/>
          </p:nvPr>
        </p:nvSpPr>
        <p:spPr/>
        <p:txBody>
          <a:bodyPr/>
          <a:lstStyle/>
          <a:p>
            <a:fld id="{73FA7E41-01C7-45C7-B76A-45B9715BDB7F}" type="slidenum">
              <a:rPr lang="en-IN" smtClean="0"/>
              <a:t>‹#›</a:t>
            </a:fld>
            <a:endParaRPr lang="en-IN"/>
          </a:p>
        </p:txBody>
      </p:sp>
    </p:spTree>
    <p:extLst>
      <p:ext uri="{BB962C8B-B14F-4D97-AF65-F5344CB8AC3E}">
        <p14:creationId xmlns:p14="http://schemas.microsoft.com/office/powerpoint/2010/main" val="8846843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2B4533-3E66-AD13-DCC0-7BA3CA375D98}"/>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482EF43-CCD7-9A9E-8E77-134340D5DB4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05A059A-43A9-AF03-16E5-57ABF41E09C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8A212447-4BEB-DE92-5ACC-9B6ABF0D370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EF69500-6225-E2C2-15F4-843BE06403C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5EA09605-59E5-0B98-6B2D-1FBC10E00E96}"/>
              </a:ext>
            </a:extLst>
          </p:cNvPr>
          <p:cNvSpPr>
            <a:spLocks noGrp="1"/>
          </p:cNvSpPr>
          <p:nvPr>
            <p:ph type="dt" sz="half" idx="10"/>
          </p:nvPr>
        </p:nvSpPr>
        <p:spPr/>
        <p:txBody>
          <a:bodyPr/>
          <a:lstStyle/>
          <a:p>
            <a:fld id="{2476100D-BAB5-4FD3-A95C-E2D6F5E2A39C}" type="datetimeFigureOut">
              <a:rPr lang="en-IN" smtClean="0"/>
              <a:t>20-04-2026</a:t>
            </a:fld>
            <a:endParaRPr lang="en-IN"/>
          </a:p>
        </p:txBody>
      </p:sp>
      <p:sp>
        <p:nvSpPr>
          <p:cNvPr id="8" name="Footer Placeholder 7">
            <a:extLst>
              <a:ext uri="{FF2B5EF4-FFF2-40B4-BE49-F238E27FC236}">
                <a16:creationId xmlns:a16="http://schemas.microsoft.com/office/drawing/2014/main" id="{0AF32D90-FD3B-9ED6-99E5-11D137CCE074}"/>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E58C9F94-D78C-BB99-233F-49789631C6FF}"/>
              </a:ext>
            </a:extLst>
          </p:cNvPr>
          <p:cNvSpPr>
            <a:spLocks noGrp="1"/>
          </p:cNvSpPr>
          <p:nvPr>
            <p:ph type="sldNum" sz="quarter" idx="12"/>
          </p:nvPr>
        </p:nvSpPr>
        <p:spPr/>
        <p:txBody>
          <a:bodyPr/>
          <a:lstStyle/>
          <a:p>
            <a:fld id="{73FA7E41-01C7-45C7-B76A-45B9715BDB7F}" type="slidenum">
              <a:rPr lang="en-IN" smtClean="0"/>
              <a:t>‹#›</a:t>
            </a:fld>
            <a:endParaRPr lang="en-IN"/>
          </a:p>
        </p:txBody>
      </p:sp>
    </p:spTree>
    <p:extLst>
      <p:ext uri="{BB962C8B-B14F-4D97-AF65-F5344CB8AC3E}">
        <p14:creationId xmlns:p14="http://schemas.microsoft.com/office/powerpoint/2010/main" val="31477636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745401-9473-AFC8-CC0A-0665D95E7A68}"/>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ACE00771-4D9D-EA8C-5AC5-4EE38524EF13}"/>
              </a:ext>
            </a:extLst>
          </p:cNvPr>
          <p:cNvSpPr>
            <a:spLocks noGrp="1"/>
          </p:cNvSpPr>
          <p:nvPr>
            <p:ph type="dt" sz="half" idx="10"/>
          </p:nvPr>
        </p:nvSpPr>
        <p:spPr/>
        <p:txBody>
          <a:bodyPr/>
          <a:lstStyle/>
          <a:p>
            <a:fld id="{2476100D-BAB5-4FD3-A95C-E2D6F5E2A39C}" type="datetimeFigureOut">
              <a:rPr lang="en-IN" smtClean="0"/>
              <a:t>20-04-2026</a:t>
            </a:fld>
            <a:endParaRPr lang="en-IN"/>
          </a:p>
        </p:txBody>
      </p:sp>
      <p:sp>
        <p:nvSpPr>
          <p:cNvPr id="4" name="Footer Placeholder 3">
            <a:extLst>
              <a:ext uri="{FF2B5EF4-FFF2-40B4-BE49-F238E27FC236}">
                <a16:creationId xmlns:a16="http://schemas.microsoft.com/office/drawing/2014/main" id="{3099D812-EC55-44C5-C777-49B718695153}"/>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81F0AC6A-7A26-1B4F-FDF4-00953E83E4C6}"/>
              </a:ext>
            </a:extLst>
          </p:cNvPr>
          <p:cNvSpPr>
            <a:spLocks noGrp="1"/>
          </p:cNvSpPr>
          <p:nvPr>
            <p:ph type="sldNum" sz="quarter" idx="12"/>
          </p:nvPr>
        </p:nvSpPr>
        <p:spPr/>
        <p:txBody>
          <a:bodyPr/>
          <a:lstStyle/>
          <a:p>
            <a:fld id="{73FA7E41-01C7-45C7-B76A-45B9715BDB7F}" type="slidenum">
              <a:rPr lang="en-IN" smtClean="0"/>
              <a:t>‹#›</a:t>
            </a:fld>
            <a:endParaRPr lang="en-IN"/>
          </a:p>
        </p:txBody>
      </p:sp>
    </p:spTree>
    <p:extLst>
      <p:ext uri="{BB962C8B-B14F-4D97-AF65-F5344CB8AC3E}">
        <p14:creationId xmlns:p14="http://schemas.microsoft.com/office/powerpoint/2010/main" val="8109831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1C231A7-DA3C-21A3-1757-5824DFE08747}"/>
              </a:ext>
            </a:extLst>
          </p:cNvPr>
          <p:cNvSpPr>
            <a:spLocks noGrp="1"/>
          </p:cNvSpPr>
          <p:nvPr>
            <p:ph type="dt" sz="half" idx="10"/>
          </p:nvPr>
        </p:nvSpPr>
        <p:spPr/>
        <p:txBody>
          <a:bodyPr/>
          <a:lstStyle/>
          <a:p>
            <a:fld id="{2476100D-BAB5-4FD3-A95C-E2D6F5E2A39C}" type="datetimeFigureOut">
              <a:rPr lang="en-IN" smtClean="0"/>
              <a:t>20-04-2026</a:t>
            </a:fld>
            <a:endParaRPr lang="en-IN"/>
          </a:p>
        </p:txBody>
      </p:sp>
      <p:sp>
        <p:nvSpPr>
          <p:cNvPr id="3" name="Footer Placeholder 2">
            <a:extLst>
              <a:ext uri="{FF2B5EF4-FFF2-40B4-BE49-F238E27FC236}">
                <a16:creationId xmlns:a16="http://schemas.microsoft.com/office/drawing/2014/main" id="{EA2853F6-8685-3B43-260A-F7409CDCCB60}"/>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C6B30699-0338-9CC0-F766-67C697D00C3F}"/>
              </a:ext>
            </a:extLst>
          </p:cNvPr>
          <p:cNvSpPr>
            <a:spLocks noGrp="1"/>
          </p:cNvSpPr>
          <p:nvPr>
            <p:ph type="sldNum" sz="quarter" idx="12"/>
          </p:nvPr>
        </p:nvSpPr>
        <p:spPr/>
        <p:txBody>
          <a:bodyPr/>
          <a:lstStyle/>
          <a:p>
            <a:fld id="{73FA7E41-01C7-45C7-B76A-45B9715BDB7F}" type="slidenum">
              <a:rPr lang="en-IN" smtClean="0"/>
              <a:t>‹#›</a:t>
            </a:fld>
            <a:endParaRPr lang="en-IN"/>
          </a:p>
        </p:txBody>
      </p:sp>
    </p:spTree>
    <p:extLst>
      <p:ext uri="{BB962C8B-B14F-4D97-AF65-F5344CB8AC3E}">
        <p14:creationId xmlns:p14="http://schemas.microsoft.com/office/powerpoint/2010/main" val="24385101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0F1D8C-93C9-699C-F837-2D7484F156E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567264A5-CC85-6C7B-1F12-1D0DB2E7D53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520DF989-D16E-A623-95A5-9E690CB4FA8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E042FF7-1571-4E35-4287-7E58172F0F79}"/>
              </a:ext>
            </a:extLst>
          </p:cNvPr>
          <p:cNvSpPr>
            <a:spLocks noGrp="1"/>
          </p:cNvSpPr>
          <p:nvPr>
            <p:ph type="dt" sz="half" idx="10"/>
          </p:nvPr>
        </p:nvSpPr>
        <p:spPr/>
        <p:txBody>
          <a:bodyPr/>
          <a:lstStyle/>
          <a:p>
            <a:fld id="{2476100D-BAB5-4FD3-A95C-E2D6F5E2A39C}" type="datetimeFigureOut">
              <a:rPr lang="en-IN" smtClean="0"/>
              <a:t>20-04-2026</a:t>
            </a:fld>
            <a:endParaRPr lang="en-IN"/>
          </a:p>
        </p:txBody>
      </p:sp>
      <p:sp>
        <p:nvSpPr>
          <p:cNvPr id="6" name="Footer Placeholder 5">
            <a:extLst>
              <a:ext uri="{FF2B5EF4-FFF2-40B4-BE49-F238E27FC236}">
                <a16:creationId xmlns:a16="http://schemas.microsoft.com/office/drawing/2014/main" id="{C6741603-022C-F610-E7CB-559A1039A6F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0C64496-55CF-E2D1-0337-55ADECCFDEE0}"/>
              </a:ext>
            </a:extLst>
          </p:cNvPr>
          <p:cNvSpPr>
            <a:spLocks noGrp="1"/>
          </p:cNvSpPr>
          <p:nvPr>
            <p:ph type="sldNum" sz="quarter" idx="12"/>
          </p:nvPr>
        </p:nvSpPr>
        <p:spPr/>
        <p:txBody>
          <a:bodyPr/>
          <a:lstStyle/>
          <a:p>
            <a:fld id="{73FA7E41-01C7-45C7-B76A-45B9715BDB7F}" type="slidenum">
              <a:rPr lang="en-IN" smtClean="0"/>
              <a:t>‹#›</a:t>
            </a:fld>
            <a:endParaRPr lang="en-IN"/>
          </a:p>
        </p:txBody>
      </p:sp>
    </p:spTree>
    <p:extLst>
      <p:ext uri="{BB962C8B-B14F-4D97-AF65-F5344CB8AC3E}">
        <p14:creationId xmlns:p14="http://schemas.microsoft.com/office/powerpoint/2010/main" val="25644674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37E57B-9492-CFC6-6DB5-27FA139BEE7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2D292331-A4BF-FB78-6F39-967F9DD04E3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CD1552E0-290A-B74C-D990-31911058103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59F574E-877C-5DA8-3B87-124E3D0D791C}"/>
              </a:ext>
            </a:extLst>
          </p:cNvPr>
          <p:cNvSpPr>
            <a:spLocks noGrp="1"/>
          </p:cNvSpPr>
          <p:nvPr>
            <p:ph type="dt" sz="half" idx="10"/>
          </p:nvPr>
        </p:nvSpPr>
        <p:spPr/>
        <p:txBody>
          <a:bodyPr/>
          <a:lstStyle/>
          <a:p>
            <a:fld id="{2476100D-BAB5-4FD3-A95C-E2D6F5E2A39C}" type="datetimeFigureOut">
              <a:rPr lang="en-IN" smtClean="0"/>
              <a:t>20-04-2026</a:t>
            </a:fld>
            <a:endParaRPr lang="en-IN"/>
          </a:p>
        </p:txBody>
      </p:sp>
      <p:sp>
        <p:nvSpPr>
          <p:cNvPr id="6" name="Footer Placeholder 5">
            <a:extLst>
              <a:ext uri="{FF2B5EF4-FFF2-40B4-BE49-F238E27FC236}">
                <a16:creationId xmlns:a16="http://schemas.microsoft.com/office/drawing/2014/main" id="{4FB3F260-4E8A-A17C-4E7E-0662555956C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E1F208B-C6D1-AAFC-DE4A-DDC27222C533}"/>
              </a:ext>
            </a:extLst>
          </p:cNvPr>
          <p:cNvSpPr>
            <a:spLocks noGrp="1"/>
          </p:cNvSpPr>
          <p:nvPr>
            <p:ph type="sldNum" sz="quarter" idx="12"/>
          </p:nvPr>
        </p:nvSpPr>
        <p:spPr/>
        <p:txBody>
          <a:bodyPr/>
          <a:lstStyle/>
          <a:p>
            <a:fld id="{73FA7E41-01C7-45C7-B76A-45B9715BDB7F}" type="slidenum">
              <a:rPr lang="en-IN" smtClean="0"/>
              <a:t>‹#›</a:t>
            </a:fld>
            <a:endParaRPr lang="en-IN"/>
          </a:p>
        </p:txBody>
      </p:sp>
    </p:spTree>
    <p:extLst>
      <p:ext uri="{BB962C8B-B14F-4D97-AF65-F5344CB8AC3E}">
        <p14:creationId xmlns:p14="http://schemas.microsoft.com/office/powerpoint/2010/main" val="9418211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682B85-6964-9C41-F9BF-8B0E3773C48C}"/>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1B13297-4319-C8B8-5BE2-89B0C385715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AC79A80-1D71-F22F-A915-B4A755E53688}"/>
              </a:ext>
            </a:extLst>
          </p:cNvPr>
          <p:cNvSpPr>
            <a:spLocks noGrp="1"/>
          </p:cNvSpPr>
          <p:nvPr>
            <p:ph type="dt" sz="half" idx="10"/>
          </p:nvPr>
        </p:nvSpPr>
        <p:spPr/>
        <p:txBody>
          <a:bodyPr/>
          <a:lstStyle/>
          <a:p>
            <a:fld id="{2476100D-BAB5-4FD3-A95C-E2D6F5E2A39C}" type="datetimeFigureOut">
              <a:rPr lang="en-IN" smtClean="0"/>
              <a:t>20-04-2026</a:t>
            </a:fld>
            <a:endParaRPr lang="en-IN"/>
          </a:p>
        </p:txBody>
      </p:sp>
      <p:sp>
        <p:nvSpPr>
          <p:cNvPr id="5" name="Footer Placeholder 4">
            <a:extLst>
              <a:ext uri="{FF2B5EF4-FFF2-40B4-BE49-F238E27FC236}">
                <a16:creationId xmlns:a16="http://schemas.microsoft.com/office/drawing/2014/main" id="{8B38B4DE-D940-654D-516F-81BE24D07BC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4B51733-5C1E-127D-EC6D-2CFD9A43D9F1}"/>
              </a:ext>
            </a:extLst>
          </p:cNvPr>
          <p:cNvSpPr>
            <a:spLocks noGrp="1"/>
          </p:cNvSpPr>
          <p:nvPr>
            <p:ph type="sldNum" sz="quarter" idx="12"/>
          </p:nvPr>
        </p:nvSpPr>
        <p:spPr/>
        <p:txBody>
          <a:bodyPr/>
          <a:lstStyle/>
          <a:p>
            <a:fld id="{73FA7E41-01C7-45C7-B76A-45B9715BDB7F}" type="slidenum">
              <a:rPr lang="en-IN" smtClean="0"/>
              <a:t>‹#›</a:t>
            </a:fld>
            <a:endParaRPr lang="en-IN"/>
          </a:p>
        </p:txBody>
      </p:sp>
    </p:spTree>
    <p:extLst>
      <p:ext uri="{BB962C8B-B14F-4D97-AF65-F5344CB8AC3E}">
        <p14:creationId xmlns:p14="http://schemas.microsoft.com/office/powerpoint/2010/main" val="22484213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B277326-1B60-BC91-B6F2-74C865B6361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E813101-6B2B-8356-6EC5-9D4CA1C587D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40F8BD3-4599-CB84-83F6-0E9FB9E82A54}"/>
              </a:ext>
            </a:extLst>
          </p:cNvPr>
          <p:cNvSpPr>
            <a:spLocks noGrp="1"/>
          </p:cNvSpPr>
          <p:nvPr>
            <p:ph type="dt" sz="half" idx="10"/>
          </p:nvPr>
        </p:nvSpPr>
        <p:spPr/>
        <p:txBody>
          <a:bodyPr/>
          <a:lstStyle/>
          <a:p>
            <a:fld id="{2476100D-BAB5-4FD3-A95C-E2D6F5E2A39C}" type="datetimeFigureOut">
              <a:rPr lang="en-IN" smtClean="0"/>
              <a:t>20-04-2026</a:t>
            </a:fld>
            <a:endParaRPr lang="en-IN"/>
          </a:p>
        </p:txBody>
      </p:sp>
      <p:sp>
        <p:nvSpPr>
          <p:cNvPr id="5" name="Footer Placeholder 4">
            <a:extLst>
              <a:ext uri="{FF2B5EF4-FFF2-40B4-BE49-F238E27FC236}">
                <a16:creationId xmlns:a16="http://schemas.microsoft.com/office/drawing/2014/main" id="{C8BD3AB9-B20C-A4D9-F6CF-874A8C9AA69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E429AA9-43FC-E863-9B35-EDE839A5113B}"/>
              </a:ext>
            </a:extLst>
          </p:cNvPr>
          <p:cNvSpPr>
            <a:spLocks noGrp="1"/>
          </p:cNvSpPr>
          <p:nvPr>
            <p:ph type="sldNum" sz="quarter" idx="12"/>
          </p:nvPr>
        </p:nvSpPr>
        <p:spPr/>
        <p:txBody>
          <a:bodyPr/>
          <a:lstStyle/>
          <a:p>
            <a:fld id="{73FA7E41-01C7-45C7-B76A-45B9715BDB7F}" type="slidenum">
              <a:rPr lang="en-IN" smtClean="0"/>
              <a:t>‹#›</a:t>
            </a:fld>
            <a:endParaRPr lang="en-IN"/>
          </a:p>
        </p:txBody>
      </p:sp>
    </p:spTree>
    <p:extLst>
      <p:ext uri="{BB962C8B-B14F-4D97-AF65-F5344CB8AC3E}">
        <p14:creationId xmlns:p14="http://schemas.microsoft.com/office/powerpoint/2010/main" val="26921719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16C0257-E0F9-DD1C-C67E-B6E70FBA7FA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35ABD79-5835-8908-6151-8465EAFCBDA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58F66E1-6C36-43A3-62CD-578FC1DF135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476100D-BAB5-4FD3-A95C-E2D6F5E2A39C}" type="datetimeFigureOut">
              <a:rPr lang="en-IN" smtClean="0"/>
              <a:t>20-04-2026</a:t>
            </a:fld>
            <a:endParaRPr lang="en-IN"/>
          </a:p>
        </p:txBody>
      </p:sp>
      <p:sp>
        <p:nvSpPr>
          <p:cNvPr id="5" name="Footer Placeholder 4">
            <a:extLst>
              <a:ext uri="{FF2B5EF4-FFF2-40B4-BE49-F238E27FC236}">
                <a16:creationId xmlns:a16="http://schemas.microsoft.com/office/drawing/2014/main" id="{C7272E00-5475-02B4-08E0-C89524216C9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D0DD1DF0-CEDE-CA69-52E5-C4566F03F29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3FA7E41-01C7-45C7-B76A-45B9715BDB7F}" type="slidenum">
              <a:rPr lang="en-IN" smtClean="0"/>
              <a:t>‹#›</a:t>
            </a:fld>
            <a:endParaRPr lang="en-IN"/>
          </a:p>
        </p:txBody>
      </p:sp>
    </p:spTree>
    <p:extLst>
      <p:ext uri="{BB962C8B-B14F-4D97-AF65-F5344CB8AC3E}">
        <p14:creationId xmlns:p14="http://schemas.microsoft.com/office/powerpoint/2010/main" val="90569740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EDF301-79D3-79FC-B764-70CF58893B85}"/>
              </a:ext>
            </a:extLst>
          </p:cNvPr>
          <p:cNvSpPr>
            <a:spLocks noGrp="1"/>
          </p:cNvSpPr>
          <p:nvPr>
            <p:ph type="ctrTitle"/>
          </p:nvPr>
        </p:nvSpPr>
        <p:spPr/>
        <p:txBody>
          <a:bodyPr/>
          <a:lstStyle/>
          <a:p>
            <a:r>
              <a:rPr lang="en-IN" b="1" dirty="0">
                <a:solidFill>
                  <a:srgbClr val="C00000"/>
                </a:solidFill>
              </a:rPr>
              <a:t>NextHikes IT Solutions</a:t>
            </a:r>
            <a:br>
              <a:rPr lang="en-IN" b="1" dirty="0"/>
            </a:br>
            <a:endParaRPr lang="en-IN" dirty="0"/>
          </a:p>
        </p:txBody>
      </p:sp>
      <p:sp>
        <p:nvSpPr>
          <p:cNvPr id="3" name="Subtitle 2">
            <a:extLst>
              <a:ext uri="{FF2B5EF4-FFF2-40B4-BE49-F238E27FC236}">
                <a16:creationId xmlns:a16="http://schemas.microsoft.com/office/drawing/2014/main" id="{312DC4C5-97CA-9FEE-EB95-5BA67F31F0B4}"/>
              </a:ext>
            </a:extLst>
          </p:cNvPr>
          <p:cNvSpPr>
            <a:spLocks noGrp="1"/>
          </p:cNvSpPr>
          <p:nvPr>
            <p:ph type="subTitle" idx="1"/>
          </p:nvPr>
        </p:nvSpPr>
        <p:spPr>
          <a:xfrm>
            <a:off x="1524000" y="2825288"/>
            <a:ext cx="9144000" cy="1655762"/>
          </a:xfrm>
        </p:spPr>
        <p:txBody>
          <a:bodyPr/>
          <a:lstStyle/>
          <a:p>
            <a:br>
              <a:rPr lang="en-IN" b="1" dirty="0"/>
            </a:br>
            <a:r>
              <a:rPr lang="en-IN" dirty="0"/>
              <a:t>Telecom Analytics Dashboard</a:t>
            </a:r>
            <a:br>
              <a:rPr lang="en-IN" dirty="0"/>
            </a:br>
            <a:r>
              <a:rPr lang="en-IN" dirty="0"/>
              <a:t>by </a:t>
            </a:r>
            <a:br>
              <a:rPr lang="en-IN" dirty="0"/>
            </a:br>
            <a:r>
              <a:rPr lang="en-IN" dirty="0"/>
              <a:t>Harsimran Kaur</a:t>
            </a:r>
          </a:p>
        </p:txBody>
      </p:sp>
    </p:spTree>
    <p:extLst>
      <p:ext uri="{BB962C8B-B14F-4D97-AF65-F5344CB8AC3E}">
        <p14:creationId xmlns:p14="http://schemas.microsoft.com/office/powerpoint/2010/main" val="24926904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09580C-257D-3222-1D36-DE1E5E52F18B}"/>
              </a:ext>
            </a:extLst>
          </p:cNvPr>
          <p:cNvSpPr>
            <a:spLocks noGrp="1"/>
          </p:cNvSpPr>
          <p:nvPr>
            <p:ph type="title"/>
          </p:nvPr>
        </p:nvSpPr>
        <p:spPr>
          <a:xfrm>
            <a:off x="838200" y="30828"/>
            <a:ext cx="10515600" cy="1325563"/>
          </a:xfrm>
        </p:spPr>
        <p:txBody>
          <a:bodyPr/>
          <a:lstStyle/>
          <a:p>
            <a:r>
              <a:rPr lang="en-IN" b="1" dirty="0">
                <a:solidFill>
                  <a:srgbClr val="C00000"/>
                </a:solidFill>
                <a:latin typeface="Calibri Light" panose="020F0302020204030204" pitchFamily="34" charset="0"/>
                <a:ea typeface="Calibri Light" panose="020F0302020204030204" pitchFamily="34" charset="0"/>
                <a:cs typeface="Calibri Light" panose="020F0302020204030204" pitchFamily="34" charset="0"/>
              </a:rPr>
              <a:t>Introduction</a:t>
            </a:r>
          </a:p>
        </p:txBody>
      </p:sp>
      <p:sp>
        <p:nvSpPr>
          <p:cNvPr id="3" name="Content Placeholder 2">
            <a:extLst>
              <a:ext uri="{FF2B5EF4-FFF2-40B4-BE49-F238E27FC236}">
                <a16:creationId xmlns:a16="http://schemas.microsoft.com/office/drawing/2014/main" id="{255B7BC3-EF92-1221-5B2D-8AACB0DD1D53}"/>
              </a:ext>
            </a:extLst>
          </p:cNvPr>
          <p:cNvSpPr>
            <a:spLocks noGrp="1"/>
          </p:cNvSpPr>
          <p:nvPr>
            <p:ph idx="1"/>
          </p:nvPr>
        </p:nvSpPr>
        <p:spPr>
          <a:xfrm>
            <a:off x="838200" y="1225851"/>
            <a:ext cx="10515600" cy="5032375"/>
          </a:xfrm>
        </p:spPr>
        <p:txBody>
          <a:bodyPr>
            <a:noAutofit/>
          </a:bodyPr>
          <a:lstStyle/>
          <a:p>
            <a:pPr marL="0" indent="0">
              <a:buNone/>
            </a:pPr>
            <a:r>
              <a:rPr lang="en-US" dirty="0">
                <a:latin typeface="Calibri" panose="020F0502020204030204" pitchFamily="34" charset="0"/>
                <a:ea typeface="Calibri" panose="020F0502020204030204" pitchFamily="34" charset="0"/>
                <a:cs typeface="Calibri" panose="020F0502020204030204" pitchFamily="34" charset="0"/>
              </a:rPr>
              <a:t>The telecom industry generates large volumes of customer usage data every day. This project focuses on converting raw telecom data into meaningful business insights through an interactive dashboard. The dashboard helps analyze:</a:t>
            </a:r>
          </a:p>
          <a:p>
            <a:pPr marL="0" indent="0">
              <a:buNone/>
            </a:pPr>
            <a:endParaRPr lang="en-US" dirty="0">
              <a:latin typeface="Calibri" panose="020F0502020204030204" pitchFamily="34" charset="0"/>
              <a:ea typeface="Calibri" panose="020F0502020204030204" pitchFamily="34" charset="0"/>
              <a:cs typeface="Calibri" panose="020F0502020204030204" pitchFamily="34" charset="0"/>
            </a:endParaRPr>
          </a:p>
          <a:p>
            <a:pPr marL="0" indent="0">
              <a:buNone/>
            </a:pPr>
            <a:r>
              <a:rPr lang="en-US" dirty="0">
                <a:latin typeface="Calibri" panose="020F0502020204030204" pitchFamily="34" charset="0"/>
                <a:ea typeface="Calibri" panose="020F0502020204030204" pitchFamily="34" charset="0"/>
                <a:cs typeface="Calibri" panose="020F0502020204030204" pitchFamily="34" charset="0"/>
              </a:rPr>
              <a:t>• Customer behavior</a:t>
            </a:r>
          </a:p>
          <a:p>
            <a:pPr marL="0" indent="0">
              <a:buNone/>
            </a:pPr>
            <a:r>
              <a:rPr lang="en-US" dirty="0">
                <a:latin typeface="Calibri" panose="020F0502020204030204" pitchFamily="34" charset="0"/>
                <a:ea typeface="Calibri" panose="020F0502020204030204" pitchFamily="34" charset="0"/>
                <a:cs typeface="Calibri" panose="020F0502020204030204" pitchFamily="34" charset="0"/>
              </a:rPr>
              <a:t>• Network usage trends</a:t>
            </a:r>
          </a:p>
          <a:p>
            <a:pPr marL="0" indent="0">
              <a:buNone/>
            </a:pPr>
            <a:r>
              <a:rPr lang="en-US" dirty="0">
                <a:latin typeface="Calibri" panose="020F0502020204030204" pitchFamily="34" charset="0"/>
                <a:ea typeface="Calibri" panose="020F0502020204030204" pitchFamily="34" charset="0"/>
                <a:cs typeface="Calibri" panose="020F0502020204030204" pitchFamily="34" charset="0"/>
              </a:rPr>
              <a:t>• User satisfaction levels</a:t>
            </a:r>
          </a:p>
          <a:p>
            <a:pPr marL="0" indent="0">
              <a:buNone/>
            </a:pPr>
            <a:r>
              <a:rPr lang="en-US" dirty="0">
                <a:latin typeface="Calibri" panose="020F0502020204030204" pitchFamily="34" charset="0"/>
                <a:ea typeface="Calibri" panose="020F0502020204030204" pitchFamily="34" charset="0"/>
                <a:cs typeface="Calibri" panose="020F0502020204030204" pitchFamily="34" charset="0"/>
              </a:rPr>
              <a:t>• Customer clusters</a:t>
            </a:r>
          </a:p>
          <a:p>
            <a:pPr marL="0" indent="0">
              <a:buNone/>
            </a:pPr>
            <a:r>
              <a:rPr lang="en-US" dirty="0">
                <a:latin typeface="Calibri" panose="020F0502020204030204" pitchFamily="34" charset="0"/>
                <a:ea typeface="Calibri" panose="020F0502020204030204" pitchFamily="34" charset="0"/>
                <a:cs typeface="Calibri" panose="020F0502020204030204" pitchFamily="34" charset="0"/>
              </a:rPr>
              <a:t>• Business growth opportunities</a:t>
            </a:r>
            <a:endParaRPr lang="en-IN"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1185546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6F6158-4A63-5EA1-A44E-1F09BA342720}"/>
              </a:ext>
            </a:extLst>
          </p:cNvPr>
          <p:cNvSpPr>
            <a:spLocks noGrp="1"/>
          </p:cNvSpPr>
          <p:nvPr>
            <p:ph type="title"/>
          </p:nvPr>
        </p:nvSpPr>
        <p:spPr/>
        <p:txBody>
          <a:bodyPr/>
          <a:lstStyle/>
          <a:p>
            <a:r>
              <a:rPr lang="en-IN" b="1" dirty="0">
                <a:solidFill>
                  <a:srgbClr val="C00000"/>
                </a:solidFill>
                <a:latin typeface="Calibri Light" panose="020F0302020204030204" pitchFamily="34" charset="0"/>
                <a:ea typeface="Calibri Light" panose="020F0302020204030204" pitchFamily="34" charset="0"/>
                <a:cs typeface="Calibri Light" panose="020F0302020204030204" pitchFamily="34" charset="0"/>
              </a:rPr>
              <a:t>Tools &amp; Technologies Used</a:t>
            </a:r>
          </a:p>
        </p:txBody>
      </p:sp>
      <p:sp>
        <p:nvSpPr>
          <p:cNvPr id="3" name="Content Placeholder 2">
            <a:extLst>
              <a:ext uri="{FF2B5EF4-FFF2-40B4-BE49-F238E27FC236}">
                <a16:creationId xmlns:a16="http://schemas.microsoft.com/office/drawing/2014/main" id="{AD1690FE-6371-3A2E-6207-F24303020A6A}"/>
              </a:ext>
            </a:extLst>
          </p:cNvPr>
          <p:cNvSpPr>
            <a:spLocks noGrp="1"/>
          </p:cNvSpPr>
          <p:nvPr>
            <p:ph idx="1"/>
          </p:nvPr>
        </p:nvSpPr>
        <p:spPr/>
        <p:txBody>
          <a:bodyPr/>
          <a:lstStyle/>
          <a:p>
            <a:pPr marL="0" indent="0">
              <a:buNone/>
            </a:pPr>
            <a:r>
              <a:rPr lang="en-IN" dirty="0">
                <a:latin typeface="Calibri" panose="020F0502020204030204" pitchFamily="34" charset="0"/>
                <a:ea typeface="Calibri" panose="020F0502020204030204" pitchFamily="34" charset="0"/>
                <a:cs typeface="Calibri" panose="020F0502020204030204" pitchFamily="34" charset="0"/>
              </a:rPr>
              <a:t>• Python – Core programming language  </a:t>
            </a:r>
          </a:p>
          <a:p>
            <a:pPr marL="0" indent="0">
              <a:buNone/>
            </a:pPr>
            <a:r>
              <a:rPr lang="en-IN" dirty="0">
                <a:latin typeface="Calibri" panose="020F0502020204030204" pitchFamily="34" charset="0"/>
                <a:ea typeface="Calibri" panose="020F0502020204030204" pitchFamily="34" charset="0"/>
                <a:cs typeface="Calibri" panose="020F0502020204030204" pitchFamily="34" charset="0"/>
              </a:rPr>
              <a:t>• Streamlit – Interactive web dashboard  </a:t>
            </a:r>
          </a:p>
          <a:p>
            <a:pPr marL="0" indent="0">
              <a:buNone/>
            </a:pPr>
            <a:r>
              <a:rPr lang="en-IN" dirty="0">
                <a:latin typeface="Calibri" panose="020F0502020204030204" pitchFamily="34" charset="0"/>
                <a:ea typeface="Calibri" panose="020F0502020204030204" pitchFamily="34" charset="0"/>
                <a:cs typeface="Calibri" panose="020F0502020204030204" pitchFamily="34" charset="0"/>
              </a:rPr>
              <a:t>• Pandas – Data processing  </a:t>
            </a:r>
          </a:p>
          <a:p>
            <a:pPr marL="0" indent="0">
              <a:buNone/>
            </a:pPr>
            <a:r>
              <a:rPr lang="en-IN" dirty="0">
                <a:latin typeface="Calibri" panose="020F0502020204030204" pitchFamily="34" charset="0"/>
                <a:ea typeface="Calibri" panose="020F0502020204030204" pitchFamily="34" charset="0"/>
                <a:cs typeface="Calibri" panose="020F0502020204030204" pitchFamily="34" charset="0"/>
              </a:rPr>
              <a:t>• Plotly – Interactive charts &amp; graphs  </a:t>
            </a:r>
          </a:p>
          <a:p>
            <a:pPr marL="0" indent="0">
              <a:buNone/>
            </a:pPr>
            <a:r>
              <a:rPr lang="en-IN" dirty="0">
                <a:latin typeface="Calibri" panose="020F0502020204030204" pitchFamily="34" charset="0"/>
                <a:ea typeface="Calibri" panose="020F0502020204030204" pitchFamily="34" charset="0"/>
                <a:cs typeface="Calibri" panose="020F0502020204030204" pitchFamily="34" charset="0"/>
              </a:rPr>
              <a:t>• Scikit-learn – Customer clustering (</a:t>
            </a:r>
            <a:r>
              <a:rPr lang="en-IN" dirty="0" err="1">
                <a:latin typeface="Calibri" panose="020F0502020204030204" pitchFamily="34" charset="0"/>
                <a:ea typeface="Calibri" panose="020F0502020204030204" pitchFamily="34" charset="0"/>
                <a:cs typeface="Calibri" panose="020F0502020204030204" pitchFamily="34" charset="0"/>
              </a:rPr>
              <a:t>KMeans</a:t>
            </a:r>
            <a:r>
              <a:rPr lang="en-IN" dirty="0">
                <a:latin typeface="Calibri" panose="020F0502020204030204" pitchFamily="34" charset="0"/>
                <a:ea typeface="Calibri" panose="020F0502020204030204" pitchFamily="34" charset="0"/>
                <a:cs typeface="Calibri" panose="020F0502020204030204" pitchFamily="34" charset="0"/>
              </a:rPr>
              <a:t>)  </a:t>
            </a:r>
          </a:p>
          <a:p>
            <a:pPr marL="0" indent="0">
              <a:buNone/>
            </a:pPr>
            <a:r>
              <a:rPr lang="en-IN" dirty="0">
                <a:latin typeface="Calibri" panose="020F0502020204030204" pitchFamily="34" charset="0"/>
                <a:ea typeface="Calibri" panose="020F0502020204030204" pitchFamily="34" charset="0"/>
                <a:cs typeface="Calibri" panose="020F0502020204030204" pitchFamily="34" charset="0"/>
              </a:rPr>
              <a:t>• VS Code – Development environment  </a:t>
            </a:r>
          </a:p>
          <a:p>
            <a:pPr marL="0" indent="0">
              <a:buNone/>
            </a:pPr>
            <a:r>
              <a:rPr lang="en-IN" dirty="0">
                <a:latin typeface="Calibri" panose="020F0502020204030204" pitchFamily="34" charset="0"/>
                <a:ea typeface="Calibri" panose="020F0502020204030204" pitchFamily="34" charset="0"/>
                <a:cs typeface="Calibri" panose="020F0502020204030204" pitchFamily="34" charset="0"/>
              </a:rPr>
              <a:t>• GitHub – Code hosting</a:t>
            </a:r>
          </a:p>
        </p:txBody>
      </p:sp>
    </p:spTree>
    <p:extLst>
      <p:ext uri="{BB962C8B-B14F-4D97-AF65-F5344CB8AC3E}">
        <p14:creationId xmlns:p14="http://schemas.microsoft.com/office/powerpoint/2010/main" val="36995658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7F53A7-0AC4-CB48-5DF6-34A650BE1199}"/>
              </a:ext>
            </a:extLst>
          </p:cNvPr>
          <p:cNvSpPr>
            <a:spLocks noGrp="1"/>
          </p:cNvSpPr>
          <p:nvPr>
            <p:ph type="title"/>
          </p:nvPr>
        </p:nvSpPr>
        <p:spPr>
          <a:xfrm>
            <a:off x="838200" y="188148"/>
            <a:ext cx="10515600" cy="1325563"/>
          </a:xfrm>
        </p:spPr>
        <p:txBody>
          <a:bodyPr/>
          <a:lstStyle/>
          <a:p>
            <a:r>
              <a:rPr lang="en-IN" b="1" dirty="0">
                <a:solidFill>
                  <a:srgbClr val="C00000"/>
                </a:solidFill>
                <a:latin typeface="Calibri Light" panose="020F0302020204030204" pitchFamily="34" charset="0"/>
                <a:ea typeface="Calibri Light" panose="020F0302020204030204" pitchFamily="34" charset="0"/>
                <a:cs typeface="Calibri Light" panose="020F0302020204030204" pitchFamily="34" charset="0"/>
              </a:rPr>
              <a:t>Dashboard Overview</a:t>
            </a:r>
          </a:p>
        </p:txBody>
      </p:sp>
      <p:sp>
        <p:nvSpPr>
          <p:cNvPr id="10" name="Content Placeholder 9">
            <a:extLst>
              <a:ext uri="{FF2B5EF4-FFF2-40B4-BE49-F238E27FC236}">
                <a16:creationId xmlns:a16="http://schemas.microsoft.com/office/drawing/2014/main" id="{D7CB4059-B5DF-33EA-4B2C-33807B3AD37B}"/>
              </a:ext>
            </a:extLst>
          </p:cNvPr>
          <p:cNvSpPr>
            <a:spLocks noGrp="1"/>
          </p:cNvSpPr>
          <p:nvPr>
            <p:ph idx="1"/>
          </p:nvPr>
        </p:nvSpPr>
        <p:spPr>
          <a:xfrm>
            <a:off x="838200" y="1442163"/>
            <a:ext cx="10515600" cy="4351338"/>
          </a:xfrm>
        </p:spPr>
        <p:txBody>
          <a:bodyPr>
            <a:noAutofit/>
          </a:bodyPr>
          <a:lstStyle/>
          <a:p>
            <a:pPr marL="0" indent="0">
              <a:buNone/>
            </a:pPr>
            <a:r>
              <a:rPr lang="en-US" dirty="0">
                <a:latin typeface="Calibri" panose="020F0502020204030204" pitchFamily="34" charset="0"/>
                <a:ea typeface="Calibri" panose="020F0502020204030204" pitchFamily="34" charset="0"/>
                <a:cs typeface="Calibri" panose="020F0502020204030204" pitchFamily="34" charset="0"/>
              </a:rPr>
              <a:t>• Complete telecom performance</a:t>
            </a:r>
          </a:p>
          <a:p>
            <a:pPr marL="0" indent="0">
              <a:buNone/>
            </a:pPr>
            <a:r>
              <a:rPr lang="en-US" dirty="0">
                <a:latin typeface="Calibri" panose="020F0502020204030204" pitchFamily="34" charset="0"/>
                <a:ea typeface="Calibri" panose="020F0502020204030204" pitchFamily="34" charset="0"/>
                <a:cs typeface="Calibri" panose="020F0502020204030204" pitchFamily="34" charset="0"/>
              </a:rPr>
              <a:t> dashboard  </a:t>
            </a:r>
          </a:p>
          <a:p>
            <a:pPr marL="0" indent="0">
              <a:buNone/>
            </a:pPr>
            <a:r>
              <a:rPr lang="en-US" dirty="0">
                <a:latin typeface="Calibri" panose="020F0502020204030204" pitchFamily="34" charset="0"/>
                <a:ea typeface="Calibri" panose="020F0502020204030204" pitchFamily="34" charset="0"/>
                <a:cs typeface="Calibri" panose="020F0502020204030204" pitchFamily="34" charset="0"/>
              </a:rPr>
              <a:t>• KPIs, charts and insights in one </a:t>
            </a:r>
          </a:p>
          <a:p>
            <a:pPr marL="0" indent="0">
              <a:buNone/>
            </a:pPr>
            <a:r>
              <a:rPr lang="en-US" dirty="0">
                <a:latin typeface="Calibri" panose="020F0502020204030204" pitchFamily="34" charset="0"/>
                <a:ea typeface="Calibri" panose="020F0502020204030204" pitchFamily="34" charset="0"/>
                <a:cs typeface="Calibri" panose="020F0502020204030204" pitchFamily="34" charset="0"/>
              </a:rPr>
              <a:t>screen  </a:t>
            </a:r>
          </a:p>
          <a:p>
            <a:pPr marL="0" indent="0">
              <a:buNone/>
            </a:pPr>
            <a:r>
              <a:rPr lang="en-US" dirty="0">
                <a:latin typeface="Calibri" panose="020F0502020204030204" pitchFamily="34" charset="0"/>
                <a:ea typeface="Calibri" panose="020F0502020204030204" pitchFamily="34" charset="0"/>
                <a:cs typeface="Calibri" panose="020F0502020204030204" pitchFamily="34" charset="0"/>
              </a:rPr>
              <a:t>• Easy navigation with sidebar </a:t>
            </a:r>
          </a:p>
          <a:p>
            <a:pPr marL="0" indent="0">
              <a:buNone/>
            </a:pPr>
            <a:r>
              <a:rPr lang="en-US" dirty="0">
                <a:latin typeface="Calibri" panose="020F0502020204030204" pitchFamily="34" charset="0"/>
                <a:ea typeface="Calibri" panose="020F0502020204030204" pitchFamily="34" charset="0"/>
                <a:cs typeface="Calibri" panose="020F0502020204030204" pitchFamily="34" charset="0"/>
              </a:rPr>
              <a:t>filters  </a:t>
            </a:r>
          </a:p>
          <a:p>
            <a:pPr marL="0" indent="0">
              <a:buNone/>
            </a:pPr>
            <a:r>
              <a:rPr lang="en-US" dirty="0">
                <a:latin typeface="Calibri" panose="020F0502020204030204" pitchFamily="34" charset="0"/>
                <a:ea typeface="Calibri" panose="020F0502020204030204" pitchFamily="34" charset="0"/>
                <a:cs typeface="Calibri" panose="020F0502020204030204" pitchFamily="34" charset="0"/>
              </a:rPr>
              <a:t>• Supports quick business decisions</a:t>
            </a:r>
            <a:endParaRPr lang="en-IN" dirty="0">
              <a:latin typeface="Calibri" panose="020F0502020204030204" pitchFamily="34" charset="0"/>
              <a:ea typeface="Calibri" panose="020F0502020204030204" pitchFamily="34" charset="0"/>
              <a:cs typeface="Calibri" panose="020F0502020204030204" pitchFamily="34" charset="0"/>
            </a:endParaRPr>
          </a:p>
        </p:txBody>
      </p:sp>
      <p:pic>
        <p:nvPicPr>
          <p:cNvPr id="12" name="Picture 11">
            <a:extLst>
              <a:ext uri="{FF2B5EF4-FFF2-40B4-BE49-F238E27FC236}">
                <a16:creationId xmlns:a16="http://schemas.microsoft.com/office/drawing/2014/main" id="{D44C4753-61B3-CD62-2DAB-C16CD05A6D8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0" y="1690688"/>
            <a:ext cx="5648633" cy="3765755"/>
          </a:xfrm>
          <a:prstGeom prst="rect">
            <a:avLst/>
          </a:prstGeom>
        </p:spPr>
      </p:pic>
    </p:spTree>
    <p:extLst>
      <p:ext uri="{BB962C8B-B14F-4D97-AF65-F5344CB8AC3E}">
        <p14:creationId xmlns:p14="http://schemas.microsoft.com/office/powerpoint/2010/main" val="1685180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0EEB80-9F2F-57F3-53D9-00403697C0E7}"/>
              </a:ext>
            </a:extLst>
          </p:cNvPr>
          <p:cNvSpPr>
            <a:spLocks noGrp="1"/>
          </p:cNvSpPr>
          <p:nvPr>
            <p:ph type="title"/>
          </p:nvPr>
        </p:nvSpPr>
        <p:spPr/>
        <p:txBody>
          <a:bodyPr/>
          <a:lstStyle/>
          <a:p>
            <a:r>
              <a:rPr lang="en-IN" b="1" dirty="0">
                <a:solidFill>
                  <a:srgbClr val="C00000"/>
                </a:solidFill>
                <a:latin typeface="Calibri Light" panose="020F0302020204030204" pitchFamily="34" charset="0"/>
                <a:ea typeface="Calibri Light" panose="020F0302020204030204" pitchFamily="34" charset="0"/>
                <a:cs typeface="Calibri Light" panose="020F0302020204030204" pitchFamily="34" charset="0"/>
              </a:rPr>
              <a:t>User Segmentation</a:t>
            </a:r>
          </a:p>
        </p:txBody>
      </p:sp>
      <p:pic>
        <p:nvPicPr>
          <p:cNvPr id="9" name="Picture 8">
            <a:extLst>
              <a:ext uri="{FF2B5EF4-FFF2-40B4-BE49-F238E27FC236}">
                <a16:creationId xmlns:a16="http://schemas.microsoft.com/office/drawing/2014/main" id="{6ED8D76C-CA73-D484-C42A-0C1599FD6E5B}"/>
              </a:ext>
            </a:extLst>
          </p:cNvPr>
          <p:cNvPicPr>
            <a:picLocks noChangeAspect="1"/>
          </p:cNvPicPr>
          <p:nvPr/>
        </p:nvPicPr>
        <p:blipFill>
          <a:blip r:embed="rId2"/>
          <a:stretch>
            <a:fillRect/>
          </a:stretch>
        </p:blipFill>
        <p:spPr>
          <a:xfrm>
            <a:off x="1681316" y="4039779"/>
            <a:ext cx="8504903" cy="2561251"/>
          </a:xfrm>
          <a:prstGeom prst="rect">
            <a:avLst/>
          </a:prstGeom>
        </p:spPr>
      </p:pic>
      <p:sp>
        <p:nvSpPr>
          <p:cNvPr id="11" name="Rectangle 2">
            <a:extLst>
              <a:ext uri="{FF2B5EF4-FFF2-40B4-BE49-F238E27FC236}">
                <a16:creationId xmlns:a16="http://schemas.microsoft.com/office/drawing/2014/main" id="{5E9F9F94-5DEE-2E3D-872F-6DA3C13C0E1F}"/>
              </a:ext>
            </a:extLst>
          </p:cNvPr>
          <p:cNvSpPr>
            <a:spLocks noGrp="1" noChangeArrowheads="1"/>
          </p:cNvSpPr>
          <p:nvPr>
            <p:ph idx="1"/>
          </p:nvPr>
        </p:nvSpPr>
        <p:spPr bwMode="auto">
          <a:xfrm>
            <a:off x="838199" y="1648875"/>
            <a:ext cx="8944897" cy="2246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eaLnBrk="0" fontAlgn="base" hangingPunct="0">
              <a:lnSpc>
                <a:spcPct val="100000"/>
              </a:lnSpc>
              <a:spcBef>
                <a:spcPct val="0"/>
              </a:spcBef>
              <a:spcAft>
                <a:spcPct val="0"/>
              </a:spcAft>
              <a:buFontTx/>
              <a:buChar char="•"/>
            </a:pPr>
            <a:r>
              <a:rPr kumimoji="0" lang="en-US" altLang="en-US" b="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Cluster 0 has the highest number of users </a:t>
            </a:r>
          </a:p>
          <a:p>
            <a:pPr marL="0" lvl="0" indent="0" eaLnBrk="0" fontAlgn="base" hangingPunct="0">
              <a:lnSpc>
                <a:spcPct val="100000"/>
              </a:lnSpc>
              <a:spcBef>
                <a:spcPct val="0"/>
              </a:spcBef>
              <a:spcAft>
                <a:spcPct val="0"/>
              </a:spcAft>
              <a:buFontTx/>
              <a:buChar char="•"/>
            </a:pPr>
            <a:r>
              <a:rPr kumimoji="0" lang="en-US" altLang="en-US" b="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Cluster 2 is the second largest segment </a:t>
            </a:r>
          </a:p>
          <a:p>
            <a:pPr marL="0" lvl="0" indent="0" eaLnBrk="0" fontAlgn="base" hangingPunct="0">
              <a:lnSpc>
                <a:spcPct val="100000"/>
              </a:lnSpc>
              <a:spcBef>
                <a:spcPct val="0"/>
              </a:spcBef>
              <a:spcAft>
                <a:spcPct val="0"/>
              </a:spcAft>
              <a:buFontTx/>
              <a:buChar char="•"/>
            </a:pPr>
            <a:r>
              <a:rPr kumimoji="0" lang="en-US" altLang="en-US" b="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Cluster 1 is the smallest user group </a:t>
            </a:r>
          </a:p>
          <a:p>
            <a:pPr marL="0" lvl="0" indent="0" eaLnBrk="0" fontAlgn="base" hangingPunct="0">
              <a:lnSpc>
                <a:spcPct val="100000"/>
              </a:lnSpc>
              <a:spcBef>
                <a:spcPct val="0"/>
              </a:spcBef>
              <a:spcAft>
                <a:spcPct val="0"/>
              </a:spcAft>
              <a:buFontTx/>
              <a:buChar char="•"/>
            </a:pPr>
            <a:r>
              <a:rPr kumimoji="0" lang="en-US" altLang="en-US" b="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Helps identify target customer segments </a:t>
            </a:r>
          </a:p>
          <a:p>
            <a:pPr marL="0" lvl="0" indent="0" eaLnBrk="0" fontAlgn="base" hangingPunct="0">
              <a:lnSpc>
                <a:spcPct val="100000"/>
              </a:lnSpc>
              <a:spcBef>
                <a:spcPct val="0"/>
              </a:spcBef>
              <a:spcAft>
                <a:spcPct val="0"/>
              </a:spcAft>
              <a:buFontTx/>
              <a:buChar char="•"/>
            </a:pPr>
            <a:r>
              <a:rPr kumimoji="0" lang="en-US" altLang="en-US" b="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Supports better marketing decisions </a:t>
            </a:r>
          </a:p>
        </p:txBody>
      </p:sp>
    </p:spTree>
    <p:extLst>
      <p:ext uri="{BB962C8B-B14F-4D97-AF65-F5344CB8AC3E}">
        <p14:creationId xmlns:p14="http://schemas.microsoft.com/office/powerpoint/2010/main" val="27595495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1F9EB0-3501-1ABE-2718-1D326AD02E59}"/>
              </a:ext>
            </a:extLst>
          </p:cNvPr>
          <p:cNvSpPr>
            <a:spLocks noGrp="1"/>
          </p:cNvSpPr>
          <p:nvPr>
            <p:ph type="title"/>
          </p:nvPr>
        </p:nvSpPr>
        <p:spPr/>
        <p:txBody>
          <a:bodyPr/>
          <a:lstStyle/>
          <a:p>
            <a:r>
              <a:rPr lang="en-IN" b="1" dirty="0">
                <a:solidFill>
                  <a:srgbClr val="C00000"/>
                </a:solidFill>
                <a:latin typeface="Calibri Light" panose="020F0302020204030204" pitchFamily="34" charset="0"/>
                <a:ea typeface="Calibri Light" panose="020F0302020204030204" pitchFamily="34" charset="0"/>
                <a:cs typeface="Calibri Light" panose="020F0302020204030204" pitchFamily="34" charset="0"/>
              </a:rPr>
              <a:t>Data Usage Analysis</a:t>
            </a:r>
          </a:p>
        </p:txBody>
      </p:sp>
      <p:sp>
        <p:nvSpPr>
          <p:cNvPr id="4" name="Rectangle 1">
            <a:extLst>
              <a:ext uri="{FF2B5EF4-FFF2-40B4-BE49-F238E27FC236}">
                <a16:creationId xmlns:a16="http://schemas.microsoft.com/office/drawing/2014/main" id="{533CF3B7-6BCF-91D1-6C3F-FCC899AA8D3F}"/>
              </a:ext>
            </a:extLst>
          </p:cNvPr>
          <p:cNvSpPr>
            <a:spLocks noGrp="1" noChangeArrowheads="1"/>
          </p:cNvSpPr>
          <p:nvPr>
            <p:ph idx="1"/>
          </p:nvPr>
        </p:nvSpPr>
        <p:spPr bwMode="auto">
          <a:xfrm>
            <a:off x="838200" y="1146584"/>
            <a:ext cx="6968382" cy="25237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lvl="0" indent="0" eaLnBrk="0" fontAlgn="base" hangingPunct="0">
              <a:lnSpc>
                <a:spcPct val="100000"/>
              </a:lnSpc>
              <a:spcBef>
                <a:spcPct val="0"/>
              </a:spcBef>
              <a:spcAft>
                <a:spcPct val="0"/>
              </a:spcAft>
              <a:buNone/>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lvl="0" indent="0" eaLnBrk="0" fontAlgn="base" hangingPunct="0">
              <a:lnSpc>
                <a:spcPct val="100000"/>
              </a:lnSpc>
              <a:spcBef>
                <a:spcPct val="0"/>
              </a:spcBef>
              <a:spcAft>
                <a:spcPct val="0"/>
              </a:spcAft>
              <a:buFontTx/>
              <a:buChar char="•"/>
            </a:pPr>
            <a:r>
              <a:rPr kumimoji="0" lang="en-US" altLang="en-US"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Download traffic is higher than upload traffic </a:t>
            </a:r>
          </a:p>
          <a:p>
            <a:pPr marL="0" lvl="0" indent="0" eaLnBrk="0" fontAlgn="base" hangingPunct="0">
              <a:lnSpc>
                <a:spcPct val="100000"/>
              </a:lnSpc>
              <a:spcBef>
                <a:spcPct val="0"/>
              </a:spcBef>
              <a:spcAft>
                <a:spcPct val="0"/>
              </a:spcAft>
              <a:buFontTx/>
              <a:buChar char="•"/>
            </a:pPr>
            <a:r>
              <a:rPr kumimoji="0" lang="en-US" altLang="en-US"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Most users have moderate data usage </a:t>
            </a:r>
          </a:p>
          <a:p>
            <a:pPr marL="0" lvl="0" indent="0" eaLnBrk="0" fontAlgn="base" hangingPunct="0">
              <a:lnSpc>
                <a:spcPct val="100000"/>
              </a:lnSpc>
              <a:spcBef>
                <a:spcPct val="0"/>
              </a:spcBef>
              <a:spcAft>
                <a:spcPct val="0"/>
              </a:spcAft>
              <a:buFontTx/>
              <a:buChar char="•"/>
            </a:pPr>
            <a:r>
              <a:rPr kumimoji="0" lang="en-US" altLang="en-US"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Few users consume very high data volumes </a:t>
            </a:r>
          </a:p>
          <a:p>
            <a:pPr marL="0" lvl="0" indent="0" eaLnBrk="0" fontAlgn="base" hangingPunct="0">
              <a:lnSpc>
                <a:spcPct val="100000"/>
              </a:lnSpc>
              <a:spcBef>
                <a:spcPct val="0"/>
              </a:spcBef>
              <a:spcAft>
                <a:spcPct val="0"/>
              </a:spcAft>
              <a:buFontTx/>
              <a:buChar char="•"/>
            </a:pPr>
            <a:r>
              <a:rPr kumimoji="0" lang="en-US" altLang="en-US"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Helps in bandwidth planning and offers </a:t>
            </a:r>
          </a:p>
          <a:p>
            <a:pPr marL="0" lvl="0" indent="0" eaLnBrk="0" fontAlgn="base" hangingPunct="0">
              <a:lnSpc>
                <a:spcPct val="100000"/>
              </a:lnSpc>
              <a:spcBef>
                <a:spcPct val="0"/>
              </a:spcBef>
              <a:spcAft>
                <a:spcPct val="0"/>
              </a:spcAft>
              <a:buFontTx/>
              <a:buChar char="•"/>
            </a:pPr>
            <a:r>
              <a:rPr kumimoji="0" lang="en-US" altLang="en-US"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Useful for premium package targeting </a:t>
            </a:r>
          </a:p>
        </p:txBody>
      </p:sp>
      <p:pic>
        <p:nvPicPr>
          <p:cNvPr id="6" name="Picture 5">
            <a:extLst>
              <a:ext uri="{FF2B5EF4-FFF2-40B4-BE49-F238E27FC236}">
                <a16:creationId xmlns:a16="http://schemas.microsoft.com/office/drawing/2014/main" id="{6ED8E28E-9B04-EA4A-8D6E-446441E8E0B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6362" y="3739176"/>
            <a:ext cx="11179276" cy="2934929"/>
          </a:xfrm>
          <a:prstGeom prst="rect">
            <a:avLst/>
          </a:prstGeom>
        </p:spPr>
      </p:pic>
    </p:spTree>
    <p:extLst>
      <p:ext uri="{BB962C8B-B14F-4D97-AF65-F5344CB8AC3E}">
        <p14:creationId xmlns:p14="http://schemas.microsoft.com/office/powerpoint/2010/main" val="4981488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F688A-1393-F185-E3B1-10C6B6D024FD}"/>
              </a:ext>
            </a:extLst>
          </p:cNvPr>
          <p:cNvSpPr>
            <a:spLocks noGrp="1"/>
          </p:cNvSpPr>
          <p:nvPr>
            <p:ph type="title"/>
          </p:nvPr>
        </p:nvSpPr>
        <p:spPr>
          <a:xfrm>
            <a:off x="838200" y="168480"/>
            <a:ext cx="10515600" cy="1325563"/>
          </a:xfrm>
        </p:spPr>
        <p:txBody>
          <a:bodyPr/>
          <a:lstStyle/>
          <a:p>
            <a:r>
              <a:rPr lang="en-IN" b="1" dirty="0">
                <a:solidFill>
                  <a:srgbClr val="C00000"/>
                </a:solidFill>
                <a:latin typeface="Calibri Light" panose="020F0302020204030204" pitchFamily="34" charset="0"/>
                <a:ea typeface="Calibri Light" panose="020F0302020204030204" pitchFamily="34" charset="0"/>
                <a:cs typeface="Calibri Light" panose="020F0302020204030204" pitchFamily="34" charset="0"/>
              </a:rPr>
              <a:t>Customer Satisfaction Analysis</a:t>
            </a:r>
          </a:p>
        </p:txBody>
      </p:sp>
      <p:sp>
        <p:nvSpPr>
          <p:cNvPr id="4" name="Rectangle 1">
            <a:extLst>
              <a:ext uri="{FF2B5EF4-FFF2-40B4-BE49-F238E27FC236}">
                <a16:creationId xmlns:a16="http://schemas.microsoft.com/office/drawing/2014/main" id="{08AA88E2-ACC2-1A84-290F-F6CAB98939A4}"/>
              </a:ext>
            </a:extLst>
          </p:cNvPr>
          <p:cNvSpPr>
            <a:spLocks noGrp="1" noChangeArrowheads="1"/>
          </p:cNvSpPr>
          <p:nvPr>
            <p:ph idx="1"/>
          </p:nvPr>
        </p:nvSpPr>
        <p:spPr bwMode="auto">
          <a:xfrm>
            <a:off x="838200" y="1226088"/>
            <a:ext cx="7808356" cy="2246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lvl="0" indent="0" eaLnBrk="0" fontAlgn="base" hangingPunct="0">
              <a:lnSpc>
                <a:spcPct val="100000"/>
              </a:lnSpc>
              <a:spcBef>
                <a:spcPct val="0"/>
              </a:spcBef>
              <a:spcAft>
                <a:spcPct val="0"/>
              </a:spcAft>
              <a:buFontTx/>
              <a:buChar char="•"/>
            </a:pPr>
            <a:r>
              <a:rPr kumimoji="0" lang="en-US" altLang="en-US"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Overall customer satisfaction score is low </a:t>
            </a:r>
          </a:p>
          <a:p>
            <a:pPr marL="0" lvl="0" indent="0" eaLnBrk="0" fontAlgn="base" hangingPunct="0">
              <a:lnSpc>
                <a:spcPct val="100000"/>
              </a:lnSpc>
              <a:spcBef>
                <a:spcPct val="0"/>
              </a:spcBef>
              <a:spcAft>
                <a:spcPct val="0"/>
              </a:spcAft>
              <a:buFontTx/>
              <a:buChar char="•"/>
            </a:pPr>
            <a:r>
              <a:rPr kumimoji="0" lang="en-US" altLang="en-US"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Similar satisfaction levels across clusters </a:t>
            </a:r>
          </a:p>
          <a:p>
            <a:pPr marL="0" lvl="0" indent="0" eaLnBrk="0" fontAlgn="base" hangingPunct="0">
              <a:lnSpc>
                <a:spcPct val="100000"/>
              </a:lnSpc>
              <a:spcBef>
                <a:spcPct val="0"/>
              </a:spcBef>
              <a:spcAft>
                <a:spcPct val="0"/>
              </a:spcAft>
              <a:buFontTx/>
              <a:buChar char="•"/>
            </a:pPr>
            <a:r>
              <a:rPr kumimoji="0" lang="en-US" altLang="en-US"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Indicates service quality improvement opportunity </a:t>
            </a:r>
          </a:p>
          <a:p>
            <a:pPr marL="0" lvl="0" indent="0" eaLnBrk="0" fontAlgn="base" hangingPunct="0">
              <a:lnSpc>
                <a:spcPct val="100000"/>
              </a:lnSpc>
              <a:spcBef>
                <a:spcPct val="0"/>
              </a:spcBef>
              <a:spcAft>
                <a:spcPct val="0"/>
              </a:spcAft>
              <a:buFontTx/>
              <a:buChar char="•"/>
            </a:pPr>
            <a:r>
              <a:rPr kumimoji="0" lang="en-US" altLang="en-US"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Helps monitor customer retention risk </a:t>
            </a:r>
          </a:p>
          <a:p>
            <a:pPr marL="0" lvl="0" indent="0" eaLnBrk="0" fontAlgn="base" hangingPunct="0">
              <a:lnSpc>
                <a:spcPct val="100000"/>
              </a:lnSpc>
              <a:spcBef>
                <a:spcPct val="0"/>
              </a:spcBef>
              <a:spcAft>
                <a:spcPct val="0"/>
              </a:spcAft>
              <a:buFontTx/>
              <a:buChar char="•"/>
            </a:pPr>
            <a:r>
              <a:rPr kumimoji="0" lang="en-US" altLang="en-US"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Supports better customer experience strategy </a:t>
            </a:r>
          </a:p>
        </p:txBody>
      </p:sp>
      <p:pic>
        <p:nvPicPr>
          <p:cNvPr id="6" name="Picture 5">
            <a:extLst>
              <a:ext uri="{FF2B5EF4-FFF2-40B4-BE49-F238E27FC236}">
                <a16:creationId xmlns:a16="http://schemas.microsoft.com/office/drawing/2014/main" id="{B0DD14B8-69B9-87E2-A1B7-4A3214AFF76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200" y="3780078"/>
            <a:ext cx="10196052" cy="2897427"/>
          </a:xfrm>
          <a:prstGeom prst="rect">
            <a:avLst/>
          </a:prstGeom>
        </p:spPr>
      </p:pic>
    </p:spTree>
    <p:extLst>
      <p:ext uri="{BB962C8B-B14F-4D97-AF65-F5344CB8AC3E}">
        <p14:creationId xmlns:p14="http://schemas.microsoft.com/office/powerpoint/2010/main" val="35964007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F204C4-60A6-D2BE-704D-325032595E76}"/>
              </a:ext>
            </a:extLst>
          </p:cNvPr>
          <p:cNvSpPr>
            <a:spLocks noGrp="1"/>
          </p:cNvSpPr>
          <p:nvPr>
            <p:ph type="title"/>
          </p:nvPr>
        </p:nvSpPr>
        <p:spPr/>
        <p:txBody>
          <a:bodyPr/>
          <a:lstStyle/>
          <a:p>
            <a:r>
              <a:rPr lang="en-IN" b="1" dirty="0">
                <a:solidFill>
                  <a:srgbClr val="C00000"/>
                </a:solidFill>
                <a:latin typeface="Calibri Light" panose="020F0302020204030204" pitchFamily="34" charset="0"/>
                <a:ea typeface="Calibri Light" panose="020F0302020204030204" pitchFamily="34" charset="0"/>
                <a:cs typeface="Calibri Light" panose="020F0302020204030204" pitchFamily="34" charset="0"/>
              </a:rPr>
              <a:t>Database Integration &amp; Deployment</a:t>
            </a:r>
          </a:p>
        </p:txBody>
      </p:sp>
      <p:sp>
        <p:nvSpPr>
          <p:cNvPr id="4" name="Rectangle 1">
            <a:extLst>
              <a:ext uri="{FF2B5EF4-FFF2-40B4-BE49-F238E27FC236}">
                <a16:creationId xmlns:a16="http://schemas.microsoft.com/office/drawing/2014/main" id="{63EEFC27-851C-40E6-0CE6-AC3E21E485CB}"/>
              </a:ext>
            </a:extLst>
          </p:cNvPr>
          <p:cNvSpPr>
            <a:spLocks noGrp="1" noChangeArrowheads="1"/>
          </p:cNvSpPr>
          <p:nvPr>
            <p:ph idx="1"/>
          </p:nvPr>
        </p:nvSpPr>
        <p:spPr bwMode="auto">
          <a:xfrm>
            <a:off x="838200" y="1079475"/>
            <a:ext cx="8621271"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lvl="0" indent="0" eaLnBrk="0" fontAlgn="base" hangingPunct="0">
              <a:lnSpc>
                <a:spcPct val="100000"/>
              </a:lnSpc>
              <a:spcBef>
                <a:spcPct val="0"/>
              </a:spcBef>
              <a:spcAft>
                <a:spcPct val="0"/>
              </a:spcAft>
              <a:buNone/>
            </a:pPr>
            <a:endParaRPr kumimoji="0" lang="en-US" altLang="en-US" b="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endParaRPr>
          </a:p>
          <a:p>
            <a:pPr marL="0" lvl="0" indent="0" eaLnBrk="0" fontAlgn="base" hangingPunct="0">
              <a:lnSpc>
                <a:spcPct val="100000"/>
              </a:lnSpc>
              <a:spcBef>
                <a:spcPct val="0"/>
              </a:spcBef>
              <a:spcAft>
                <a:spcPct val="0"/>
              </a:spcAft>
              <a:buFontTx/>
              <a:buChar char="•"/>
            </a:pPr>
            <a:r>
              <a:rPr kumimoji="0" lang="en-US" altLang="en-US" b="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Final processed scores stored in SQL Server database </a:t>
            </a:r>
          </a:p>
          <a:p>
            <a:pPr marL="0" lvl="0" indent="0" eaLnBrk="0" fontAlgn="base" hangingPunct="0">
              <a:lnSpc>
                <a:spcPct val="100000"/>
              </a:lnSpc>
              <a:spcBef>
                <a:spcPct val="0"/>
              </a:spcBef>
              <a:spcAft>
                <a:spcPct val="0"/>
              </a:spcAft>
              <a:buFontTx/>
              <a:buChar char="•"/>
            </a:pPr>
            <a:r>
              <a:rPr kumimoji="0" lang="en-US" altLang="en-US" b="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Includes Engagement, Experience and Satisfaction scores </a:t>
            </a:r>
          </a:p>
          <a:p>
            <a:pPr marL="0" lvl="0" indent="0" eaLnBrk="0" fontAlgn="base" hangingPunct="0">
              <a:lnSpc>
                <a:spcPct val="100000"/>
              </a:lnSpc>
              <a:spcBef>
                <a:spcPct val="0"/>
              </a:spcBef>
              <a:spcAft>
                <a:spcPct val="0"/>
              </a:spcAft>
              <a:buFontTx/>
              <a:buChar char="•"/>
            </a:pPr>
            <a:r>
              <a:rPr kumimoji="0" lang="en-US" altLang="en-US" b="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Structured storage enables future reporting </a:t>
            </a:r>
          </a:p>
          <a:p>
            <a:pPr marL="0" lvl="0" indent="0" eaLnBrk="0" fontAlgn="base" hangingPunct="0">
              <a:lnSpc>
                <a:spcPct val="100000"/>
              </a:lnSpc>
              <a:spcBef>
                <a:spcPct val="0"/>
              </a:spcBef>
              <a:spcAft>
                <a:spcPct val="0"/>
              </a:spcAft>
              <a:buFontTx/>
              <a:buChar char="•"/>
            </a:pPr>
            <a:r>
              <a:rPr kumimoji="0" lang="en-US" altLang="en-US" b="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Easy integration with dashboard systems </a:t>
            </a:r>
          </a:p>
          <a:p>
            <a:pPr marL="0" lvl="0" indent="0" eaLnBrk="0" fontAlgn="base" hangingPunct="0">
              <a:lnSpc>
                <a:spcPct val="100000"/>
              </a:lnSpc>
              <a:spcBef>
                <a:spcPct val="0"/>
              </a:spcBef>
              <a:spcAft>
                <a:spcPct val="0"/>
              </a:spcAft>
              <a:buFontTx/>
              <a:buChar char="•"/>
            </a:pPr>
            <a:r>
              <a:rPr kumimoji="0" lang="en-US" altLang="en-US" b="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rPr>
              <a:t>Supports scalable business decision making </a:t>
            </a:r>
          </a:p>
        </p:txBody>
      </p:sp>
      <p:pic>
        <p:nvPicPr>
          <p:cNvPr id="6" name="Picture 5">
            <a:extLst>
              <a:ext uri="{FF2B5EF4-FFF2-40B4-BE49-F238E27FC236}">
                <a16:creationId xmlns:a16="http://schemas.microsoft.com/office/drawing/2014/main" id="{6427FE20-0BE6-B97B-4FCC-B28062BD5BF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9766" y="3883742"/>
            <a:ext cx="11159613" cy="2792362"/>
          </a:xfrm>
          <a:prstGeom prst="rect">
            <a:avLst/>
          </a:prstGeom>
        </p:spPr>
      </p:pic>
    </p:spTree>
    <p:extLst>
      <p:ext uri="{BB962C8B-B14F-4D97-AF65-F5344CB8AC3E}">
        <p14:creationId xmlns:p14="http://schemas.microsoft.com/office/powerpoint/2010/main" val="37819822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A566F1-1471-5359-D7DA-E886C58B42E2}"/>
              </a:ext>
            </a:extLst>
          </p:cNvPr>
          <p:cNvSpPr>
            <a:spLocks noGrp="1"/>
          </p:cNvSpPr>
          <p:nvPr>
            <p:ph type="title"/>
          </p:nvPr>
        </p:nvSpPr>
        <p:spPr/>
        <p:txBody>
          <a:bodyPr/>
          <a:lstStyle/>
          <a:p>
            <a:r>
              <a:rPr lang="en-IN" b="1" dirty="0">
                <a:solidFill>
                  <a:srgbClr val="C00000"/>
                </a:solidFill>
                <a:latin typeface="Calibri Light" panose="020F0302020204030204" pitchFamily="34" charset="0"/>
                <a:ea typeface="Calibri Light" panose="020F0302020204030204" pitchFamily="34" charset="0"/>
                <a:cs typeface="Calibri Light" panose="020F0302020204030204" pitchFamily="34" charset="0"/>
              </a:rPr>
              <a:t>Conclusion &amp; Business Value</a:t>
            </a:r>
          </a:p>
        </p:txBody>
      </p:sp>
      <p:sp>
        <p:nvSpPr>
          <p:cNvPr id="4" name="Rectangle 1">
            <a:extLst>
              <a:ext uri="{FF2B5EF4-FFF2-40B4-BE49-F238E27FC236}">
                <a16:creationId xmlns:a16="http://schemas.microsoft.com/office/drawing/2014/main" id="{4EECA4EB-A576-B516-21BB-A62DB0C32D97}"/>
              </a:ext>
            </a:extLst>
          </p:cNvPr>
          <p:cNvSpPr>
            <a:spLocks noGrp="1" noChangeArrowheads="1"/>
          </p:cNvSpPr>
          <p:nvPr>
            <p:ph idx="1"/>
          </p:nvPr>
        </p:nvSpPr>
        <p:spPr bwMode="auto">
          <a:xfrm>
            <a:off x="838200" y="1433434"/>
            <a:ext cx="9144876"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lvl="0" indent="0" eaLnBrk="0" fontAlgn="base" hangingPunct="0">
              <a:lnSpc>
                <a:spcPct val="100000"/>
              </a:lnSpc>
              <a:spcBef>
                <a:spcPct val="0"/>
              </a:spcBef>
              <a:spcAft>
                <a:spcPct val="0"/>
              </a:spcAft>
              <a:buNone/>
            </a:pPr>
            <a:endParaRPr kumimoji="0" lang="en-US" altLang="en-US"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0" lvl="0" indent="0" eaLnBrk="0" fontAlgn="base" hangingPunct="0">
              <a:lnSpc>
                <a:spcPct val="100000"/>
              </a:lnSpc>
              <a:spcBef>
                <a:spcPct val="0"/>
              </a:spcBef>
              <a:spcAft>
                <a:spcPct val="0"/>
              </a:spcAft>
              <a:buFontTx/>
              <a:buChar char="•"/>
            </a:pPr>
            <a:r>
              <a:rPr kumimoji="0" lang="en-US" altLang="en-US"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Dashboard converts raw telecom data into business insights </a:t>
            </a:r>
          </a:p>
          <a:p>
            <a:pPr marL="0" lvl="0" indent="0" eaLnBrk="0" fontAlgn="base" hangingPunct="0">
              <a:lnSpc>
                <a:spcPct val="100000"/>
              </a:lnSpc>
              <a:spcBef>
                <a:spcPct val="0"/>
              </a:spcBef>
              <a:spcAft>
                <a:spcPct val="0"/>
              </a:spcAft>
              <a:buFontTx/>
              <a:buChar char="•"/>
            </a:pPr>
            <a:r>
              <a:rPr kumimoji="0" lang="en-US" altLang="en-US"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Easy navigation with interactive visualizations </a:t>
            </a:r>
          </a:p>
          <a:p>
            <a:pPr marL="0" lvl="0" indent="0" eaLnBrk="0" fontAlgn="base" hangingPunct="0">
              <a:lnSpc>
                <a:spcPct val="100000"/>
              </a:lnSpc>
              <a:spcBef>
                <a:spcPct val="0"/>
              </a:spcBef>
              <a:spcAft>
                <a:spcPct val="0"/>
              </a:spcAft>
              <a:buFontTx/>
              <a:buChar char="•"/>
            </a:pPr>
            <a:r>
              <a:rPr kumimoji="0" lang="en-US" altLang="en-US"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Helps track user behavior and satisfaction </a:t>
            </a:r>
          </a:p>
          <a:p>
            <a:pPr marL="0" lvl="0" indent="0" eaLnBrk="0" fontAlgn="base" hangingPunct="0">
              <a:lnSpc>
                <a:spcPct val="100000"/>
              </a:lnSpc>
              <a:spcBef>
                <a:spcPct val="0"/>
              </a:spcBef>
              <a:spcAft>
                <a:spcPct val="0"/>
              </a:spcAft>
              <a:buFontTx/>
              <a:buChar char="•"/>
            </a:pPr>
            <a:r>
              <a:rPr kumimoji="0" lang="en-US" altLang="en-US"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Supports smarter operational decisions </a:t>
            </a:r>
          </a:p>
          <a:p>
            <a:pPr marL="0" lvl="0" indent="0" eaLnBrk="0" fontAlgn="base" hangingPunct="0">
              <a:lnSpc>
                <a:spcPct val="100000"/>
              </a:lnSpc>
              <a:spcBef>
                <a:spcPct val="0"/>
              </a:spcBef>
              <a:spcAft>
                <a:spcPct val="0"/>
              </a:spcAft>
              <a:buFontTx/>
              <a:buChar char="•"/>
            </a:pPr>
            <a:r>
              <a:rPr kumimoji="0" lang="en-US" altLang="en-US"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Valuable solution for telecom performance monitoring </a:t>
            </a:r>
          </a:p>
        </p:txBody>
      </p:sp>
    </p:spTree>
    <p:extLst>
      <p:ext uri="{BB962C8B-B14F-4D97-AF65-F5344CB8AC3E}">
        <p14:creationId xmlns:p14="http://schemas.microsoft.com/office/powerpoint/2010/main" val="263469269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323</TotalTime>
  <Words>306</Words>
  <Application>Microsoft Office PowerPoint</Application>
  <PresentationFormat>Widescreen</PresentationFormat>
  <Paragraphs>60</Paragraphs>
  <Slides>9</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Aptos</vt:lpstr>
      <vt:lpstr>Aptos Display</vt:lpstr>
      <vt:lpstr>Arial</vt:lpstr>
      <vt:lpstr>Calibri</vt:lpstr>
      <vt:lpstr>Calibri Light</vt:lpstr>
      <vt:lpstr>Office Theme</vt:lpstr>
      <vt:lpstr>NextHikes IT Solutions </vt:lpstr>
      <vt:lpstr>Introduction</vt:lpstr>
      <vt:lpstr>Tools &amp; Technologies Used</vt:lpstr>
      <vt:lpstr>Dashboard Overview</vt:lpstr>
      <vt:lpstr>User Segmentation</vt:lpstr>
      <vt:lpstr>Data Usage Analysis</vt:lpstr>
      <vt:lpstr>Customer Satisfaction Analysis</vt:lpstr>
      <vt:lpstr>Database Integration &amp; Deployment</vt:lpstr>
      <vt:lpstr>Conclusion &amp; Business Value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Harsimran Kaur</dc:creator>
  <cp:lastModifiedBy>Harsimran Kaur</cp:lastModifiedBy>
  <cp:revision>1</cp:revision>
  <dcterms:created xsi:type="dcterms:W3CDTF">2026-04-20T10:09:41Z</dcterms:created>
  <dcterms:modified xsi:type="dcterms:W3CDTF">2026-04-20T15:32:48Z</dcterms:modified>
</cp:coreProperties>
</file>